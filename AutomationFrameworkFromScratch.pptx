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73" r:id="rId3"/>
    <p:sldId id="272" r:id="rId4"/>
    <p:sldId id="267" r:id="rId5"/>
    <p:sldId id="268" r:id="rId6"/>
    <p:sldId id="265" r:id="rId7"/>
    <p:sldId id="280" r:id="rId8"/>
    <p:sldId id="275" r:id="rId9"/>
    <p:sldId id="276" r:id="rId10"/>
    <p:sldId id="278" r:id="rId11"/>
    <p:sldId id="269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B"/>
    <a:srgbClr val="F9D9F1"/>
    <a:srgbClr val="EB1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EC2E68-B18D-493D-9B02-08F238ECA80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A168FC0-AB6D-47E1-B839-80A37A177A63}">
      <dgm:prSet/>
      <dgm:spPr/>
      <dgm:t>
        <a:bodyPr/>
        <a:lstStyle/>
        <a:p>
          <a:r>
            <a:rPr lang="en-IN" b="0" dirty="0"/>
            <a:t>Test Runners</a:t>
          </a:r>
        </a:p>
      </dgm:t>
    </dgm:pt>
    <dgm:pt modelId="{A20CA058-5C94-452A-B1D2-4727022A9FFC}" type="parTrans" cxnId="{46F9922D-038E-4D11-A6AB-B5D308E215AB}">
      <dgm:prSet/>
      <dgm:spPr/>
      <dgm:t>
        <a:bodyPr/>
        <a:lstStyle/>
        <a:p>
          <a:endParaRPr lang="en-IN"/>
        </a:p>
      </dgm:t>
    </dgm:pt>
    <dgm:pt modelId="{4746376B-A2B4-4CDF-AE4A-8C0190B357AD}" type="sibTrans" cxnId="{46F9922D-038E-4D11-A6AB-B5D308E215AB}">
      <dgm:prSet/>
      <dgm:spPr/>
      <dgm:t>
        <a:bodyPr/>
        <a:lstStyle/>
        <a:p>
          <a:endParaRPr lang="en-IN"/>
        </a:p>
      </dgm:t>
    </dgm:pt>
    <dgm:pt modelId="{703B2F76-C95B-48B4-A752-3A3F04C11BDF}">
      <dgm:prSet/>
      <dgm:spPr/>
      <dgm:t>
        <a:bodyPr/>
        <a:lstStyle/>
        <a:p>
          <a:r>
            <a:rPr lang="en-IN"/>
            <a:t>TestNG</a:t>
          </a:r>
        </a:p>
      </dgm:t>
    </dgm:pt>
    <dgm:pt modelId="{5E93C828-70A2-4563-B11B-E02EB9608706}" type="parTrans" cxnId="{60EC0B6D-1CAF-4616-8EB4-52D91DEADA60}">
      <dgm:prSet/>
      <dgm:spPr/>
      <dgm:t>
        <a:bodyPr/>
        <a:lstStyle/>
        <a:p>
          <a:endParaRPr lang="en-IN"/>
        </a:p>
      </dgm:t>
    </dgm:pt>
    <dgm:pt modelId="{8214A88B-6789-4D93-99B8-77A6CCCF856E}" type="sibTrans" cxnId="{60EC0B6D-1CAF-4616-8EB4-52D91DEADA60}">
      <dgm:prSet/>
      <dgm:spPr/>
      <dgm:t>
        <a:bodyPr/>
        <a:lstStyle/>
        <a:p>
          <a:endParaRPr lang="en-IN"/>
        </a:p>
      </dgm:t>
    </dgm:pt>
    <dgm:pt modelId="{CC6D031D-4DEA-4BF6-8834-E5BDE78AEA25}">
      <dgm:prSet/>
      <dgm:spPr/>
      <dgm:t>
        <a:bodyPr/>
        <a:lstStyle/>
        <a:p>
          <a:r>
            <a:rPr lang="en-IN"/>
            <a:t>Junit</a:t>
          </a:r>
        </a:p>
      </dgm:t>
    </dgm:pt>
    <dgm:pt modelId="{F2DC66FA-5D9F-4C57-83FA-9600DAEE4652}" type="parTrans" cxnId="{8EA32AFA-0526-4493-84B0-2FDE203EDB79}">
      <dgm:prSet/>
      <dgm:spPr/>
      <dgm:t>
        <a:bodyPr/>
        <a:lstStyle/>
        <a:p>
          <a:endParaRPr lang="en-IN"/>
        </a:p>
      </dgm:t>
    </dgm:pt>
    <dgm:pt modelId="{9B26356D-B20F-4266-9E25-4A0D6DFC23EB}" type="sibTrans" cxnId="{8EA32AFA-0526-4493-84B0-2FDE203EDB79}">
      <dgm:prSet/>
      <dgm:spPr/>
      <dgm:t>
        <a:bodyPr/>
        <a:lstStyle/>
        <a:p>
          <a:endParaRPr lang="en-IN"/>
        </a:p>
      </dgm:t>
    </dgm:pt>
    <dgm:pt modelId="{B7468F0F-576D-4FB2-9397-3E1E3C64E571}">
      <dgm:prSet/>
      <dgm:spPr/>
      <dgm:t>
        <a:bodyPr/>
        <a:lstStyle/>
        <a:p>
          <a:r>
            <a:rPr lang="en-IN" b="0" dirty="0"/>
            <a:t>Reporting Libraries</a:t>
          </a:r>
        </a:p>
      </dgm:t>
    </dgm:pt>
    <dgm:pt modelId="{3E855BCB-F84E-44C4-A443-0AEF91769CF7}" type="parTrans" cxnId="{3E56CD5A-1158-466D-A156-243989828D3E}">
      <dgm:prSet/>
      <dgm:spPr/>
      <dgm:t>
        <a:bodyPr/>
        <a:lstStyle/>
        <a:p>
          <a:endParaRPr lang="en-IN"/>
        </a:p>
      </dgm:t>
    </dgm:pt>
    <dgm:pt modelId="{A4DEBAFC-522E-4B63-BA3E-BCB88D85AEDF}" type="sibTrans" cxnId="{3E56CD5A-1158-466D-A156-243989828D3E}">
      <dgm:prSet/>
      <dgm:spPr/>
      <dgm:t>
        <a:bodyPr/>
        <a:lstStyle/>
        <a:p>
          <a:endParaRPr lang="en-IN"/>
        </a:p>
      </dgm:t>
    </dgm:pt>
    <dgm:pt modelId="{1087A4F9-2682-46B4-900F-CDDE279742BB}">
      <dgm:prSet/>
      <dgm:spPr/>
      <dgm:t>
        <a:bodyPr/>
        <a:lstStyle/>
        <a:p>
          <a:r>
            <a:rPr lang="en-IN" dirty="0"/>
            <a:t>Extent</a:t>
          </a:r>
        </a:p>
      </dgm:t>
    </dgm:pt>
    <dgm:pt modelId="{D1533490-6755-452A-90DB-293C03EB1CE1}" type="parTrans" cxnId="{A5A029D9-05CD-4CE9-9BF0-57A29E9C1935}">
      <dgm:prSet/>
      <dgm:spPr/>
      <dgm:t>
        <a:bodyPr/>
        <a:lstStyle/>
        <a:p>
          <a:endParaRPr lang="en-IN"/>
        </a:p>
      </dgm:t>
    </dgm:pt>
    <dgm:pt modelId="{B39594D9-A0A6-4F1D-9F72-8A78346C6C8E}" type="sibTrans" cxnId="{A5A029D9-05CD-4CE9-9BF0-57A29E9C1935}">
      <dgm:prSet/>
      <dgm:spPr/>
      <dgm:t>
        <a:bodyPr/>
        <a:lstStyle/>
        <a:p>
          <a:endParaRPr lang="en-IN"/>
        </a:p>
      </dgm:t>
    </dgm:pt>
    <dgm:pt modelId="{2889673C-2E55-4303-96AD-8B982FF808C2}">
      <dgm:prSet/>
      <dgm:spPr/>
      <dgm:t>
        <a:bodyPr/>
        <a:lstStyle/>
        <a:p>
          <a:r>
            <a:rPr lang="en-IN"/>
            <a:t>Allure</a:t>
          </a:r>
        </a:p>
      </dgm:t>
    </dgm:pt>
    <dgm:pt modelId="{BC0429AB-2DA5-4545-B31F-910956F43BE9}" type="parTrans" cxnId="{63228A8F-4F43-46D6-9F7C-42CB591140A1}">
      <dgm:prSet/>
      <dgm:spPr/>
      <dgm:t>
        <a:bodyPr/>
        <a:lstStyle/>
        <a:p>
          <a:endParaRPr lang="en-IN"/>
        </a:p>
      </dgm:t>
    </dgm:pt>
    <dgm:pt modelId="{899CE4FC-7C8F-47F0-99D7-A73EA1A6903C}" type="sibTrans" cxnId="{63228A8F-4F43-46D6-9F7C-42CB591140A1}">
      <dgm:prSet/>
      <dgm:spPr/>
      <dgm:t>
        <a:bodyPr/>
        <a:lstStyle/>
        <a:p>
          <a:endParaRPr lang="en-IN"/>
        </a:p>
      </dgm:t>
    </dgm:pt>
    <dgm:pt modelId="{95FA2D25-1613-402E-A66D-ACB4DB08DE65}">
      <dgm:prSet/>
      <dgm:spPr/>
      <dgm:t>
        <a:bodyPr/>
        <a:lstStyle/>
        <a:p>
          <a:r>
            <a:rPr lang="en-IN" b="0" dirty="0" err="1"/>
            <a:t>TestData</a:t>
          </a:r>
          <a:endParaRPr lang="en-IN" b="0" dirty="0"/>
        </a:p>
      </dgm:t>
    </dgm:pt>
    <dgm:pt modelId="{8870D7C8-3CB5-4FA5-A73B-13066ABBB3F4}" type="parTrans" cxnId="{0229D15E-4B13-44E7-BAB9-10E8DFCDCF34}">
      <dgm:prSet/>
      <dgm:spPr/>
      <dgm:t>
        <a:bodyPr/>
        <a:lstStyle/>
        <a:p>
          <a:endParaRPr lang="en-IN"/>
        </a:p>
      </dgm:t>
    </dgm:pt>
    <dgm:pt modelId="{351411F5-1EAF-47D3-BAA0-BD2AC8318B10}" type="sibTrans" cxnId="{0229D15E-4B13-44E7-BAB9-10E8DFCDCF34}">
      <dgm:prSet/>
      <dgm:spPr/>
      <dgm:t>
        <a:bodyPr/>
        <a:lstStyle/>
        <a:p>
          <a:endParaRPr lang="en-IN"/>
        </a:p>
      </dgm:t>
    </dgm:pt>
    <dgm:pt modelId="{2A1F0CD3-B20E-40A7-B6EE-B69E1C9C114F}">
      <dgm:prSet/>
      <dgm:spPr/>
      <dgm:t>
        <a:bodyPr/>
        <a:lstStyle/>
        <a:p>
          <a:r>
            <a:rPr lang="en-IN" dirty="0"/>
            <a:t>Excel</a:t>
          </a:r>
        </a:p>
      </dgm:t>
    </dgm:pt>
    <dgm:pt modelId="{7E0DB640-F0D5-44D3-8032-3598C48041AC}" type="parTrans" cxnId="{7479AEEC-0DF8-4402-BDE0-E0E97CD38299}">
      <dgm:prSet/>
      <dgm:spPr/>
      <dgm:t>
        <a:bodyPr/>
        <a:lstStyle/>
        <a:p>
          <a:endParaRPr lang="en-IN"/>
        </a:p>
      </dgm:t>
    </dgm:pt>
    <dgm:pt modelId="{1B353708-01AD-4D44-B834-0647383A8754}" type="sibTrans" cxnId="{7479AEEC-0DF8-4402-BDE0-E0E97CD38299}">
      <dgm:prSet/>
      <dgm:spPr/>
      <dgm:t>
        <a:bodyPr/>
        <a:lstStyle/>
        <a:p>
          <a:endParaRPr lang="en-IN"/>
        </a:p>
      </dgm:t>
    </dgm:pt>
    <dgm:pt modelId="{32AA8390-7054-483E-91E4-2C6A129AADCC}">
      <dgm:prSet/>
      <dgm:spPr/>
      <dgm:t>
        <a:bodyPr/>
        <a:lstStyle/>
        <a:p>
          <a:r>
            <a:rPr lang="en-IN" b="0" dirty="0"/>
            <a:t>CSV</a:t>
          </a:r>
          <a:endParaRPr lang="en-IN" dirty="0"/>
        </a:p>
      </dgm:t>
    </dgm:pt>
    <dgm:pt modelId="{69EE4CA0-2E84-4874-95A3-B52A66C5BF64}" type="parTrans" cxnId="{5EE82250-3600-4E08-8010-74BD95252377}">
      <dgm:prSet/>
      <dgm:spPr/>
      <dgm:t>
        <a:bodyPr/>
        <a:lstStyle/>
        <a:p>
          <a:endParaRPr lang="en-IN"/>
        </a:p>
      </dgm:t>
    </dgm:pt>
    <dgm:pt modelId="{D33C7AAA-56A5-4E66-8FC5-AFF45DCFC1FD}" type="sibTrans" cxnId="{5EE82250-3600-4E08-8010-74BD95252377}">
      <dgm:prSet/>
      <dgm:spPr/>
      <dgm:t>
        <a:bodyPr/>
        <a:lstStyle/>
        <a:p>
          <a:endParaRPr lang="en-IN"/>
        </a:p>
      </dgm:t>
    </dgm:pt>
    <dgm:pt modelId="{124CD981-964B-4507-95DD-692F2558E17F}">
      <dgm:prSet/>
      <dgm:spPr/>
      <dgm:t>
        <a:bodyPr/>
        <a:lstStyle/>
        <a:p>
          <a:r>
            <a:rPr lang="en-US" b="0" dirty="0"/>
            <a:t>Frameworks</a:t>
          </a:r>
          <a:endParaRPr lang="en-IN" b="0" dirty="0"/>
        </a:p>
      </dgm:t>
    </dgm:pt>
    <dgm:pt modelId="{C9351449-E153-47F3-BACE-F0422E9D4C9F}" type="parTrans" cxnId="{D143462D-3D2A-43A7-A8FB-4AF2279CD0D7}">
      <dgm:prSet/>
      <dgm:spPr/>
      <dgm:t>
        <a:bodyPr/>
        <a:lstStyle/>
        <a:p>
          <a:endParaRPr lang="en-IN"/>
        </a:p>
      </dgm:t>
    </dgm:pt>
    <dgm:pt modelId="{A9FF18AA-2702-40C9-AA33-D3DE5903C26A}" type="sibTrans" cxnId="{D143462D-3D2A-43A7-A8FB-4AF2279CD0D7}">
      <dgm:prSet/>
      <dgm:spPr/>
      <dgm:t>
        <a:bodyPr/>
        <a:lstStyle/>
        <a:p>
          <a:endParaRPr lang="en-IN"/>
        </a:p>
      </dgm:t>
    </dgm:pt>
    <dgm:pt modelId="{C3475499-5C3F-429E-8D18-639748175099}">
      <dgm:prSet/>
      <dgm:spPr/>
      <dgm:t>
        <a:bodyPr/>
        <a:lstStyle/>
        <a:p>
          <a:r>
            <a:rPr lang="en-US" b="0" dirty="0"/>
            <a:t>Selenium</a:t>
          </a:r>
          <a:endParaRPr lang="en-IN" b="0" dirty="0"/>
        </a:p>
      </dgm:t>
    </dgm:pt>
    <dgm:pt modelId="{049A5DFE-3D3B-41BC-AC58-95A68578D621}" type="parTrans" cxnId="{F6973A31-8B97-47DB-B532-F34C98D186C0}">
      <dgm:prSet/>
      <dgm:spPr/>
      <dgm:t>
        <a:bodyPr/>
        <a:lstStyle/>
        <a:p>
          <a:endParaRPr lang="en-IN"/>
        </a:p>
      </dgm:t>
    </dgm:pt>
    <dgm:pt modelId="{6AFAD6A2-5373-4C51-92B4-0824679743CB}" type="sibTrans" cxnId="{F6973A31-8B97-47DB-B532-F34C98D186C0}">
      <dgm:prSet/>
      <dgm:spPr/>
      <dgm:t>
        <a:bodyPr/>
        <a:lstStyle/>
        <a:p>
          <a:endParaRPr lang="en-IN"/>
        </a:p>
      </dgm:t>
    </dgm:pt>
    <dgm:pt modelId="{2393479A-691F-4EA1-9E13-FD3EF0078E20}">
      <dgm:prSet/>
      <dgm:spPr/>
      <dgm:t>
        <a:bodyPr/>
        <a:lstStyle/>
        <a:p>
          <a:r>
            <a:rPr lang="en-US" b="0" dirty="0"/>
            <a:t>Cucumber</a:t>
          </a:r>
          <a:endParaRPr lang="en-IN" b="0" dirty="0"/>
        </a:p>
      </dgm:t>
    </dgm:pt>
    <dgm:pt modelId="{B5960B41-2B58-4BD5-9C9A-A2D724398ADB}" type="parTrans" cxnId="{F7EB8E98-065E-43DA-B393-953FDDE82478}">
      <dgm:prSet/>
      <dgm:spPr/>
      <dgm:t>
        <a:bodyPr/>
        <a:lstStyle/>
        <a:p>
          <a:endParaRPr lang="en-IN"/>
        </a:p>
      </dgm:t>
    </dgm:pt>
    <dgm:pt modelId="{77E36A66-1F05-4EB9-AA89-CE839F3EF99F}" type="sibTrans" cxnId="{F7EB8E98-065E-43DA-B393-953FDDE82478}">
      <dgm:prSet/>
      <dgm:spPr/>
      <dgm:t>
        <a:bodyPr/>
        <a:lstStyle/>
        <a:p>
          <a:endParaRPr lang="en-IN"/>
        </a:p>
      </dgm:t>
    </dgm:pt>
    <dgm:pt modelId="{7B632046-861B-4AA9-AE52-79E0B3267EB7}">
      <dgm:prSet/>
      <dgm:spPr/>
      <dgm:t>
        <a:bodyPr/>
        <a:lstStyle/>
        <a:p>
          <a:r>
            <a:rPr lang="en-US" b="0" dirty="0"/>
            <a:t>Playwright</a:t>
          </a:r>
          <a:endParaRPr lang="en-IN" b="0" dirty="0"/>
        </a:p>
      </dgm:t>
    </dgm:pt>
    <dgm:pt modelId="{BA88F970-FD4A-4901-AF4D-0CE835B60478}" type="parTrans" cxnId="{BC63DA92-2130-4422-9A68-26FDC6345E50}">
      <dgm:prSet/>
      <dgm:spPr/>
      <dgm:t>
        <a:bodyPr/>
        <a:lstStyle/>
        <a:p>
          <a:endParaRPr lang="en-IN"/>
        </a:p>
      </dgm:t>
    </dgm:pt>
    <dgm:pt modelId="{19313102-AEFF-4A8D-B6F0-09E1D963E3EE}" type="sibTrans" cxnId="{BC63DA92-2130-4422-9A68-26FDC6345E50}">
      <dgm:prSet/>
      <dgm:spPr/>
      <dgm:t>
        <a:bodyPr/>
        <a:lstStyle/>
        <a:p>
          <a:endParaRPr lang="en-IN"/>
        </a:p>
      </dgm:t>
    </dgm:pt>
    <dgm:pt modelId="{8328DEF9-A8A3-41C3-9F20-0A8721784C5D}">
      <dgm:prSet/>
      <dgm:spPr/>
      <dgm:t>
        <a:bodyPr/>
        <a:lstStyle/>
        <a:p>
          <a:r>
            <a:rPr lang="en-US" b="0" dirty="0"/>
            <a:t>Cypress</a:t>
          </a:r>
          <a:endParaRPr lang="en-IN" b="0" dirty="0"/>
        </a:p>
      </dgm:t>
    </dgm:pt>
    <dgm:pt modelId="{27AEB688-D50F-4F28-80CD-A979170C7E49}" type="parTrans" cxnId="{0F08EAE4-6AA0-42AD-B26D-9564E53A8D2D}">
      <dgm:prSet/>
      <dgm:spPr/>
      <dgm:t>
        <a:bodyPr/>
        <a:lstStyle/>
        <a:p>
          <a:endParaRPr lang="en-IN"/>
        </a:p>
      </dgm:t>
    </dgm:pt>
    <dgm:pt modelId="{8EF82316-96C3-4318-BE24-41EE39F8826E}" type="sibTrans" cxnId="{0F08EAE4-6AA0-42AD-B26D-9564E53A8D2D}">
      <dgm:prSet/>
      <dgm:spPr/>
      <dgm:t>
        <a:bodyPr/>
        <a:lstStyle/>
        <a:p>
          <a:endParaRPr lang="en-IN"/>
        </a:p>
      </dgm:t>
    </dgm:pt>
    <dgm:pt modelId="{BA9D300A-8A1B-4FF9-998B-CC6BC9A8E68C}">
      <dgm:prSet/>
      <dgm:spPr/>
      <dgm:t>
        <a:bodyPr/>
        <a:lstStyle/>
        <a:p>
          <a:r>
            <a:rPr lang="en-US" b="0" dirty="0"/>
            <a:t>Design Patterns </a:t>
          </a:r>
          <a:endParaRPr lang="en-IN" b="0" dirty="0"/>
        </a:p>
      </dgm:t>
    </dgm:pt>
    <dgm:pt modelId="{D606104F-2220-4723-A2D1-933F5043E59C}" type="parTrans" cxnId="{5A67EB3B-E729-4387-839F-40A44F53749F}">
      <dgm:prSet/>
      <dgm:spPr/>
      <dgm:t>
        <a:bodyPr/>
        <a:lstStyle/>
        <a:p>
          <a:endParaRPr lang="en-IN"/>
        </a:p>
      </dgm:t>
    </dgm:pt>
    <dgm:pt modelId="{4E0F0A75-09F7-4BE3-A558-A9E49BEC0E62}" type="sibTrans" cxnId="{5A67EB3B-E729-4387-839F-40A44F53749F}">
      <dgm:prSet/>
      <dgm:spPr/>
      <dgm:t>
        <a:bodyPr/>
        <a:lstStyle/>
        <a:p>
          <a:endParaRPr lang="en-IN"/>
        </a:p>
      </dgm:t>
    </dgm:pt>
    <dgm:pt modelId="{9214A9DD-F01D-40B5-A163-DD72041E6646}">
      <dgm:prSet/>
      <dgm:spPr/>
      <dgm:t>
        <a:bodyPr/>
        <a:lstStyle/>
        <a:p>
          <a:r>
            <a:rPr lang="en-US" dirty="0"/>
            <a:t>POM</a:t>
          </a:r>
          <a:endParaRPr lang="en-IN" dirty="0"/>
        </a:p>
      </dgm:t>
    </dgm:pt>
    <dgm:pt modelId="{45DA0287-BA0B-4D8B-85B8-083BA0863126}" type="parTrans" cxnId="{9835EED8-B6F3-4B05-AB26-A93A746DE345}">
      <dgm:prSet/>
      <dgm:spPr/>
      <dgm:t>
        <a:bodyPr/>
        <a:lstStyle/>
        <a:p>
          <a:endParaRPr lang="en-IN"/>
        </a:p>
      </dgm:t>
    </dgm:pt>
    <dgm:pt modelId="{46CE4D75-1135-4D89-8461-D6CE0BD14F1B}" type="sibTrans" cxnId="{9835EED8-B6F3-4B05-AB26-A93A746DE345}">
      <dgm:prSet/>
      <dgm:spPr/>
      <dgm:t>
        <a:bodyPr/>
        <a:lstStyle/>
        <a:p>
          <a:endParaRPr lang="en-IN"/>
        </a:p>
      </dgm:t>
    </dgm:pt>
    <dgm:pt modelId="{90278234-66C9-4228-9FE9-B65F312744D4}">
      <dgm:prSet/>
      <dgm:spPr/>
      <dgm:t>
        <a:bodyPr/>
        <a:lstStyle/>
        <a:p>
          <a:r>
            <a:rPr lang="en-US" dirty="0"/>
            <a:t>Page Factory</a:t>
          </a:r>
          <a:endParaRPr lang="en-IN" dirty="0"/>
        </a:p>
      </dgm:t>
    </dgm:pt>
    <dgm:pt modelId="{95441941-921D-46D5-B70D-1CE67E689954}" type="parTrans" cxnId="{4DB31DF7-1358-4209-AEE8-F18EA3C98740}">
      <dgm:prSet/>
      <dgm:spPr/>
      <dgm:t>
        <a:bodyPr/>
        <a:lstStyle/>
        <a:p>
          <a:endParaRPr lang="en-IN"/>
        </a:p>
      </dgm:t>
    </dgm:pt>
    <dgm:pt modelId="{AD189F9C-7CD4-49FE-8209-BE24232B82FA}" type="sibTrans" cxnId="{4DB31DF7-1358-4209-AEE8-F18EA3C98740}">
      <dgm:prSet/>
      <dgm:spPr/>
      <dgm:t>
        <a:bodyPr/>
        <a:lstStyle/>
        <a:p>
          <a:endParaRPr lang="en-IN"/>
        </a:p>
      </dgm:t>
    </dgm:pt>
    <dgm:pt modelId="{AE132768-96CF-406C-8488-77825742B0EC}">
      <dgm:prSet/>
      <dgm:spPr/>
      <dgm:t>
        <a:bodyPr/>
        <a:lstStyle/>
        <a:p>
          <a:r>
            <a:rPr lang="en-IN"/>
            <a:t>Singleton </a:t>
          </a:r>
        </a:p>
      </dgm:t>
    </dgm:pt>
    <dgm:pt modelId="{8674634B-4B26-4EB9-B164-00F71DC91690}" type="parTrans" cxnId="{2205651A-5B5D-4911-9AC0-F36620366973}">
      <dgm:prSet/>
      <dgm:spPr/>
      <dgm:t>
        <a:bodyPr/>
        <a:lstStyle/>
        <a:p>
          <a:endParaRPr lang="en-IN"/>
        </a:p>
      </dgm:t>
    </dgm:pt>
    <dgm:pt modelId="{8E28B794-461D-4FAD-B6DD-F5364034CA36}" type="sibTrans" cxnId="{2205651A-5B5D-4911-9AC0-F36620366973}">
      <dgm:prSet/>
      <dgm:spPr/>
      <dgm:t>
        <a:bodyPr/>
        <a:lstStyle/>
        <a:p>
          <a:endParaRPr lang="en-IN"/>
        </a:p>
      </dgm:t>
    </dgm:pt>
    <dgm:pt modelId="{1D1A2299-A920-4324-A9CB-ACECA4DA9350}">
      <dgm:prSet/>
      <dgm:spPr/>
      <dgm:t>
        <a:bodyPr/>
        <a:lstStyle/>
        <a:p>
          <a:r>
            <a:rPr lang="en-US" dirty="0"/>
            <a:t>XML</a:t>
          </a:r>
          <a:endParaRPr lang="en-IN" dirty="0"/>
        </a:p>
      </dgm:t>
    </dgm:pt>
    <dgm:pt modelId="{FD37859B-31EA-4A7A-A5C2-33DE3CCF2163}" type="parTrans" cxnId="{DDF8ADD8-F700-4E24-9AC3-11BFAB7B5DC9}">
      <dgm:prSet/>
      <dgm:spPr/>
      <dgm:t>
        <a:bodyPr/>
        <a:lstStyle/>
        <a:p>
          <a:endParaRPr lang="en-IN"/>
        </a:p>
      </dgm:t>
    </dgm:pt>
    <dgm:pt modelId="{F2970E4A-B4CF-47B7-AEF8-195F8DC66457}" type="sibTrans" cxnId="{DDF8ADD8-F700-4E24-9AC3-11BFAB7B5DC9}">
      <dgm:prSet/>
      <dgm:spPr/>
      <dgm:t>
        <a:bodyPr/>
        <a:lstStyle/>
        <a:p>
          <a:endParaRPr lang="en-IN"/>
        </a:p>
      </dgm:t>
    </dgm:pt>
    <dgm:pt modelId="{79B1B898-D400-495E-A16B-8AB2D3CF24A8}">
      <dgm:prSet/>
      <dgm:spPr/>
      <dgm:t>
        <a:bodyPr/>
        <a:lstStyle/>
        <a:p>
          <a:r>
            <a:rPr lang="en-US" dirty="0"/>
            <a:t>JSON</a:t>
          </a:r>
          <a:endParaRPr lang="en-IN" dirty="0"/>
        </a:p>
      </dgm:t>
    </dgm:pt>
    <dgm:pt modelId="{26E26B31-F48C-4C16-9A22-2219FA339F5D}" type="parTrans" cxnId="{7AE7C7F3-F860-4A03-8885-9D494843CEC2}">
      <dgm:prSet/>
      <dgm:spPr/>
      <dgm:t>
        <a:bodyPr/>
        <a:lstStyle/>
        <a:p>
          <a:endParaRPr lang="en-IN"/>
        </a:p>
      </dgm:t>
    </dgm:pt>
    <dgm:pt modelId="{F50CDD6C-7AE5-43D1-B645-91C3F69D28B2}" type="sibTrans" cxnId="{7AE7C7F3-F860-4A03-8885-9D494843CEC2}">
      <dgm:prSet/>
      <dgm:spPr/>
      <dgm:t>
        <a:bodyPr/>
        <a:lstStyle/>
        <a:p>
          <a:endParaRPr lang="en-IN"/>
        </a:p>
      </dgm:t>
    </dgm:pt>
    <dgm:pt modelId="{A2A55401-2BE1-4F4A-AA44-9E931EC773C4}">
      <dgm:prSet/>
      <dgm:spPr/>
      <dgm:t>
        <a:bodyPr/>
        <a:lstStyle/>
        <a:p>
          <a:r>
            <a:rPr lang="en-US" b="0" dirty="0"/>
            <a:t>Protractor</a:t>
          </a:r>
          <a:endParaRPr lang="en-IN" b="0" dirty="0"/>
        </a:p>
      </dgm:t>
    </dgm:pt>
    <dgm:pt modelId="{E381D033-2E07-4879-B8BA-ED3FABA61C86}" type="parTrans" cxnId="{B09E09F0-E2FF-4E0E-B3BA-B6B627CFB448}">
      <dgm:prSet/>
      <dgm:spPr/>
      <dgm:t>
        <a:bodyPr/>
        <a:lstStyle/>
        <a:p>
          <a:endParaRPr lang="en-IN"/>
        </a:p>
      </dgm:t>
    </dgm:pt>
    <dgm:pt modelId="{1038F437-7C97-496B-82F0-1D28622C02FE}" type="sibTrans" cxnId="{B09E09F0-E2FF-4E0E-B3BA-B6B627CFB448}">
      <dgm:prSet/>
      <dgm:spPr/>
      <dgm:t>
        <a:bodyPr/>
        <a:lstStyle/>
        <a:p>
          <a:endParaRPr lang="en-IN"/>
        </a:p>
      </dgm:t>
    </dgm:pt>
    <dgm:pt modelId="{F0BEFAFE-1B45-42A6-AFAC-5B3D8B341D9E}">
      <dgm:prSet/>
      <dgm:spPr/>
      <dgm:t>
        <a:bodyPr/>
        <a:lstStyle/>
        <a:p>
          <a:r>
            <a:rPr lang="en-US" dirty="0"/>
            <a:t>Logging Libraries</a:t>
          </a:r>
          <a:endParaRPr lang="en-IN" b="0" dirty="0"/>
        </a:p>
      </dgm:t>
    </dgm:pt>
    <dgm:pt modelId="{A9C04A38-B096-403D-A0AC-B87BD17FDFCE}" type="parTrans" cxnId="{E2C96380-E8C5-4F74-8C8C-4767143E4EC5}">
      <dgm:prSet/>
      <dgm:spPr/>
      <dgm:t>
        <a:bodyPr/>
        <a:lstStyle/>
        <a:p>
          <a:endParaRPr lang="en-IN"/>
        </a:p>
      </dgm:t>
    </dgm:pt>
    <dgm:pt modelId="{D7B4A302-78C4-46CA-9015-DD2636161F25}" type="sibTrans" cxnId="{E2C96380-E8C5-4F74-8C8C-4767143E4EC5}">
      <dgm:prSet/>
      <dgm:spPr/>
      <dgm:t>
        <a:bodyPr/>
        <a:lstStyle/>
        <a:p>
          <a:endParaRPr lang="en-IN"/>
        </a:p>
      </dgm:t>
    </dgm:pt>
    <dgm:pt modelId="{0C7EF6AF-E6D1-48BA-BBB9-AF8EE3399F77}">
      <dgm:prSet/>
      <dgm:spPr/>
      <dgm:t>
        <a:bodyPr/>
        <a:lstStyle/>
        <a:p>
          <a:r>
            <a:rPr lang="en-US" dirty="0"/>
            <a:t>Log4j</a:t>
          </a:r>
          <a:endParaRPr lang="en-IN" dirty="0"/>
        </a:p>
      </dgm:t>
    </dgm:pt>
    <dgm:pt modelId="{0F414D80-977E-45C1-86E1-FD9FA6E52651}" type="parTrans" cxnId="{EBABF508-665C-4149-98EC-2C7DAABDD0C7}">
      <dgm:prSet/>
      <dgm:spPr/>
      <dgm:t>
        <a:bodyPr/>
        <a:lstStyle/>
        <a:p>
          <a:endParaRPr lang="en-IN"/>
        </a:p>
      </dgm:t>
    </dgm:pt>
    <dgm:pt modelId="{8D1EB6FD-5F53-4863-9B72-C818092CB064}" type="sibTrans" cxnId="{EBABF508-665C-4149-98EC-2C7DAABDD0C7}">
      <dgm:prSet/>
      <dgm:spPr/>
      <dgm:t>
        <a:bodyPr/>
        <a:lstStyle/>
        <a:p>
          <a:endParaRPr lang="en-IN"/>
        </a:p>
      </dgm:t>
    </dgm:pt>
    <dgm:pt modelId="{53128259-5CC6-4F3C-A7B8-75AEE189A091}" type="pres">
      <dgm:prSet presAssocID="{DAEC2E68-B18D-493D-9B02-08F238ECA80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58F2CC-8CA9-43C3-8156-2EB25E4C11A0}" type="pres">
      <dgm:prSet presAssocID="{124CD981-964B-4507-95DD-692F2558E17F}" presName="root" presStyleCnt="0"/>
      <dgm:spPr/>
    </dgm:pt>
    <dgm:pt modelId="{07FD25CD-0944-43DD-9EAB-8342CDFDF8C1}" type="pres">
      <dgm:prSet presAssocID="{124CD981-964B-4507-95DD-692F2558E17F}" presName="rootComposite" presStyleCnt="0"/>
      <dgm:spPr/>
    </dgm:pt>
    <dgm:pt modelId="{6F02145B-A602-49CC-9A3B-AF12CDE362AF}" type="pres">
      <dgm:prSet presAssocID="{124CD981-964B-4507-95DD-692F2558E17F}" presName="rootText" presStyleLbl="node1" presStyleIdx="0" presStyleCnt="6"/>
      <dgm:spPr/>
    </dgm:pt>
    <dgm:pt modelId="{D92FD8D1-FF6D-49B8-BFBF-D87D5210704E}" type="pres">
      <dgm:prSet presAssocID="{124CD981-964B-4507-95DD-692F2558E17F}" presName="rootConnector" presStyleLbl="node1" presStyleIdx="0" presStyleCnt="6"/>
      <dgm:spPr/>
    </dgm:pt>
    <dgm:pt modelId="{9C2E416C-043B-47DB-8844-F47D019ED675}" type="pres">
      <dgm:prSet presAssocID="{124CD981-964B-4507-95DD-692F2558E17F}" presName="childShape" presStyleCnt="0"/>
      <dgm:spPr/>
    </dgm:pt>
    <dgm:pt modelId="{45A96803-E422-4007-9685-B4703E204E58}" type="pres">
      <dgm:prSet presAssocID="{049A5DFE-3D3B-41BC-AC58-95A68578D621}" presName="Name13" presStyleLbl="parChTrans1D2" presStyleIdx="0" presStyleCnt="17"/>
      <dgm:spPr/>
    </dgm:pt>
    <dgm:pt modelId="{A768D4D2-5283-4798-9973-8532BE188CE3}" type="pres">
      <dgm:prSet presAssocID="{C3475499-5C3F-429E-8D18-639748175099}" presName="childText" presStyleLbl="bgAcc1" presStyleIdx="0" presStyleCnt="17">
        <dgm:presLayoutVars>
          <dgm:bulletEnabled val="1"/>
        </dgm:presLayoutVars>
      </dgm:prSet>
      <dgm:spPr/>
    </dgm:pt>
    <dgm:pt modelId="{F40D9B52-8F8C-40C9-9650-CFA30C3BF88E}" type="pres">
      <dgm:prSet presAssocID="{E381D033-2E07-4879-B8BA-ED3FABA61C86}" presName="Name13" presStyleLbl="parChTrans1D2" presStyleIdx="1" presStyleCnt="17"/>
      <dgm:spPr/>
    </dgm:pt>
    <dgm:pt modelId="{295AB0B1-2D42-4E5A-BA1B-495D3401B6C8}" type="pres">
      <dgm:prSet presAssocID="{A2A55401-2BE1-4F4A-AA44-9E931EC773C4}" presName="childText" presStyleLbl="bgAcc1" presStyleIdx="1" presStyleCnt="17">
        <dgm:presLayoutVars>
          <dgm:bulletEnabled val="1"/>
        </dgm:presLayoutVars>
      </dgm:prSet>
      <dgm:spPr/>
    </dgm:pt>
    <dgm:pt modelId="{1B101669-489F-42EB-9334-B09C92A063D5}" type="pres">
      <dgm:prSet presAssocID="{B5960B41-2B58-4BD5-9C9A-A2D724398ADB}" presName="Name13" presStyleLbl="parChTrans1D2" presStyleIdx="2" presStyleCnt="17"/>
      <dgm:spPr/>
    </dgm:pt>
    <dgm:pt modelId="{408F98F5-1B94-453F-9F32-B5E803F9ACD4}" type="pres">
      <dgm:prSet presAssocID="{2393479A-691F-4EA1-9E13-FD3EF0078E20}" presName="childText" presStyleLbl="bgAcc1" presStyleIdx="2" presStyleCnt="17">
        <dgm:presLayoutVars>
          <dgm:bulletEnabled val="1"/>
        </dgm:presLayoutVars>
      </dgm:prSet>
      <dgm:spPr/>
    </dgm:pt>
    <dgm:pt modelId="{B362CF72-D259-4F67-895C-5C486444F553}" type="pres">
      <dgm:prSet presAssocID="{BA88F970-FD4A-4901-AF4D-0CE835B60478}" presName="Name13" presStyleLbl="parChTrans1D2" presStyleIdx="3" presStyleCnt="17"/>
      <dgm:spPr/>
    </dgm:pt>
    <dgm:pt modelId="{F6783F99-6CE9-4283-8EE4-1D5519EC4DFF}" type="pres">
      <dgm:prSet presAssocID="{7B632046-861B-4AA9-AE52-79E0B3267EB7}" presName="childText" presStyleLbl="bgAcc1" presStyleIdx="3" presStyleCnt="17">
        <dgm:presLayoutVars>
          <dgm:bulletEnabled val="1"/>
        </dgm:presLayoutVars>
      </dgm:prSet>
      <dgm:spPr/>
    </dgm:pt>
    <dgm:pt modelId="{9EEE6535-DDC6-450B-BDF9-88DC278C9201}" type="pres">
      <dgm:prSet presAssocID="{27AEB688-D50F-4F28-80CD-A979170C7E49}" presName="Name13" presStyleLbl="parChTrans1D2" presStyleIdx="4" presStyleCnt="17"/>
      <dgm:spPr/>
    </dgm:pt>
    <dgm:pt modelId="{DEA485EF-1ADA-45EE-A4F3-F893B3C8A0A6}" type="pres">
      <dgm:prSet presAssocID="{8328DEF9-A8A3-41C3-9F20-0A8721784C5D}" presName="childText" presStyleLbl="bgAcc1" presStyleIdx="4" presStyleCnt="17">
        <dgm:presLayoutVars>
          <dgm:bulletEnabled val="1"/>
        </dgm:presLayoutVars>
      </dgm:prSet>
      <dgm:spPr/>
    </dgm:pt>
    <dgm:pt modelId="{E16364C9-9873-4B40-B2E5-B4D1D442B3F9}" type="pres">
      <dgm:prSet presAssocID="{BA9D300A-8A1B-4FF9-998B-CC6BC9A8E68C}" presName="root" presStyleCnt="0"/>
      <dgm:spPr/>
    </dgm:pt>
    <dgm:pt modelId="{D9F9BFF0-064C-428C-91CC-4F9A3C1C824F}" type="pres">
      <dgm:prSet presAssocID="{BA9D300A-8A1B-4FF9-998B-CC6BC9A8E68C}" presName="rootComposite" presStyleCnt="0"/>
      <dgm:spPr/>
    </dgm:pt>
    <dgm:pt modelId="{526BE4CF-A767-4B9D-94C8-91F25833A1BD}" type="pres">
      <dgm:prSet presAssocID="{BA9D300A-8A1B-4FF9-998B-CC6BC9A8E68C}" presName="rootText" presStyleLbl="node1" presStyleIdx="1" presStyleCnt="6"/>
      <dgm:spPr/>
    </dgm:pt>
    <dgm:pt modelId="{1E60579B-63BE-41FA-ACC5-A1988E883C0B}" type="pres">
      <dgm:prSet presAssocID="{BA9D300A-8A1B-4FF9-998B-CC6BC9A8E68C}" presName="rootConnector" presStyleLbl="node1" presStyleIdx="1" presStyleCnt="6"/>
      <dgm:spPr/>
    </dgm:pt>
    <dgm:pt modelId="{D3842676-22E5-47E6-AB49-B06B401BC0C1}" type="pres">
      <dgm:prSet presAssocID="{BA9D300A-8A1B-4FF9-998B-CC6BC9A8E68C}" presName="childShape" presStyleCnt="0"/>
      <dgm:spPr/>
    </dgm:pt>
    <dgm:pt modelId="{571A749B-3F92-46AA-98EA-69B654C698C3}" type="pres">
      <dgm:prSet presAssocID="{45DA0287-BA0B-4D8B-85B8-083BA0863126}" presName="Name13" presStyleLbl="parChTrans1D2" presStyleIdx="5" presStyleCnt="17"/>
      <dgm:spPr/>
    </dgm:pt>
    <dgm:pt modelId="{53C2D039-B5A0-4976-9A44-75D7040063EF}" type="pres">
      <dgm:prSet presAssocID="{9214A9DD-F01D-40B5-A163-DD72041E6646}" presName="childText" presStyleLbl="bgAcc1" presStyleIdx="5" presStyleCnt="17">
        <dgm:presLayoutVars>
          <dgm:bulletEnabled val="1"/>
        </dgm:presLayoutVars>
      </dgm:prSet>
      <dgm:spPr/>
    </dgm:pt>
    <dgm:pt modelId="{D5B98C98-D43A-4A8A-AD60-9B629C9B0273}" type="pres">
      <dgm:prSet presAssocID="{95441941-921D-46D5-B70D-1CE67E689954}" presName="Name13" presStyleLbl="parChTrans1D2" presStyleIdx="6" presStyleCnt="17"/>
      <dgm:spPr/>
    </dgm:pt>
    <dgm:pt modelId="{D27CA1E1-F4B2-4703-AD99-844939112FAF}" type="pres">
      <dgm:prSet presAssocID="{90278234-66C9-4228-9FE9-B65F312744D4}" presName="childText" presStyleLbl="bgAcc1" presStyleIdx="6" presStyleCnt="17">
        <dgm:presLayoutVars>
          <dgm:bulletEnabled val="1"/>
        </dgm:presLayoutVars>
      </dgm:prSet>
      <dgm:spPr/>
    </dgm:pt>
    <dgm:pt modelId="{A5E974A2-8260-4563-9F2C-D1FCF5CE1621}" type="pres">
      <dgm:prSet presAssocID="{8674634B-4B26-4EB9-B164-00F71DC91690}" presName="Name13" presStyleLbl="parChTrans1D2" presStyleIdx="7" presStyleCnt="17"/>
      <dgm:spPr/>
    </dgm:pt>
    <dgm:pt modelId="{12A5A394-EA56-4C53-902C-C2E060099384}" type="pres">
      <dgm:prSet presAssocID="{AE132768-96CF-406C-8488-77825742B0EC}" presName="childText" presStyleLbl="bgAcc1" presStyleIdx="7" presStyleCnt="17">
        <dgm:presLayoutVars>
          <dgm:bulletEnabled val="1"/>
        </dgm:presLayoutVars>
      </dgm:prSet>
      <dgm:spPr/>
    </dgm:pt>
    <dgm:pt modelId="{63501EB9-969B-479D-850F-27C5C544BE0E}" type="pres">
      <dgm:prSet presAssocID="{AA168FC0-AB6D-47E1-B839-80A37A177A63}" presName="root" presStyleCnt="0"/>
      <dgm:spPr/>
    </dgm:pt>
    <dgm:pt modelId="{85F22F4E-E5B2-4272-BBF7-0AFC8E65A393}" type="pres">
      <dgm:prSet presAssocID="{AA168FC0-AB6D-47E1-B839-80A37A177A63}" presName="rootComposite" presStyleCnt="0"/>
      <dgm:spPr/>
    </dgm:pt>
    <dgm:pt modelId="{EABF56F0-B392-4256-B2A4-FD52F6880814}" type="pres">
      <dgm:prSet presAssocID="{AA168FC0-AB6D-47E1-B839-80A37A177A63}" presName="rootText" presStyleLbl="node1" presStyleIdx="2" presStyleCnt="6"/>
      <dgm:spPr/>
    </dgm:pt>
    <dgm:pt modelId="{A69F6B1C-D5CB-40AD-B2F1-AC784A366957}" type="pres">
      <dgm:prSet presAssocID="{AA168FC0-AB6D-47E1-B839-80A37A177A63}" presName="rootConnector" presStyleLbl="node1" presStyleIdx="2" presStyleCnt="6"/>
      <dgm:spPr/>
    </dgm:pt>
    <dgm:pt modelId="{9F8D2D3A-8F60-4209-9D5C-49255574FE4C}" type="pres">
      <dgm:prSet presAssocID="{AA168FC0-AB6D-47E1-B839-80A37A177A63}" presName="childShape" presStyleCnt="0"/>
      <dgm:spPr/>
    </dgm:pt>
    <dgm:pt modelId="{F3FE994F-3DF8-4DC2-810D-5FA8986B80F9}" type="pres">
      <dgm:prSet presAssocID="{5E93C828-70A2-4563-B11B-E02EB9608706}" presName="Name13" presStyleLbl="parChTrans1D2" presStyleIdx="8" presStyleCnt="17"/>
      <dgm:spPr/>
    </dgm:pt>
    <dgm:pt modelId="{64F34835-4294-4DD4-873C-F83CB1B35E63}" type="pres">
      <dgm:prSet presAssocID="{703B2F76-C95B-48B4-A752-3A3F04C11BDF}" presName="childText" presStyleLbl="bgAcc1" presStyleIdx="8" presStyleCnt="17">
        <dgm:presLayoutVars>
          <dgm:bulletEnabled val="1"/>
        </dgm:presLayoutVars>
      </dgm:prSet>
      <dgm:spPr/>
    </dgm:pt>
    <dgm:pt modelId="{3165154F-C95A-40EF-810B-18B6ED2EC000}" type="pres">
      <dgm:prSet presAssocID="{F2DC66FA-5D9F-4C57-83FA-9600DAEE4652}" presName="Name13" presStyleLbl="parChTrans1D2" presStyleIdx="9" presStyleCnt="17"/>
      <dgm:spPr/>
    </dgm:pt>
    <dgm:pt modelId="{30174008-C07E-4397-8AAB-F71FD9784E0F}" type="pres">
      <dgm:prSet presAssocID="{CC6D031D-4DEA-4BF6-8834-E5BDE78AEA25}" presName="childText" presStyleLbl="bgAcc1" presStyleIdx="9" presStyleCnt="17">
        <dgm:presLayoutVars>
          <dgm:bulletEnabled val="1"/>
        </dgm:presLayoutVars>
      </dgm:prSet>
      <dgm:spPr/>
    </dgm:pt>
    <dgm:pt modelId="{5BDC5A58-EC08-4122-8813-4021B6E592C4}" type="pres">
      <dgm:prSet presAssocID="{B7468F0F-576D-4FB2-9397-3E1E3C64E571}" presName="root" presStyleCnt="0"/>
      <dgm:spPr/>
    </dgm:pt>
    <dgm:pt modelId="{0FADFFF9-56C2-4BDD-BB65-2A1F4DED2C40}" type="pres">
      <dgm:prSet presAssocID="{B7468F0F-576D-4FB2-9397-3E1E3C64E571}" presName="rootComposite" presStyleCnt="0"/>
      <dgm:spPr/>
    </dgm:pt>
    <dgm:pt modelId="{2333F741-BB66-4366-AD15-AFE4C6BEA540}" type="pres">
      <dgm:prSet presAssocID="{B7468F0F-576D-4FB2-9397-3E1E3C64E571}" presName="rootText" presStyleLbl="node1" presStyleIdx="3" presStyleCnt="6"/>
      <dgm:spPr/>
    </dgm:pt>
    <dgm:pt modelId="{27698E49-CAD7-4FE1-B643-893903AC3D2C}" type="pres">
      <dgm:prSet presAssocID="{B7468F0F-576D-4FB2-9397-3E1E3C64E571}" presName="rootConnector" presStyleLbl="node1" presStyleIdx="3" presStyleCnt="6"/>
      <dgm:spPr/>
    </dgm:pt>
    <dgm:pt modelId="{1B180718-548A-4C43-8134-DB1997EECE2B}" type="pres">
      <dgm:prSet presAssocID="{B7468F0F-576D-4FB2-9397-3E1E3C64E571}" presName="childShape" presStyleCnt="0"/>
      <dgm:spPr/>
    </dgm:pt>
    <dgm:pt modelId="{9FAEF1D6-14B1-4FDC-9B14-636F7F5F835A}" type="pres">
      <dgm:prSet presAssocID="{D1533490-6755-452A-90DB-293C03EB1CE1}" presName="Name13" presStyleLbl="parChTrans1D2" presStyleIdx="10" presStyleCnt="17"/>
      <dgm:spPr/>
    </dgm:pt>
    <dgm:pt modelId="{639A1113-ACA1-4C17-A219-82FF85D9968B}" type="pres">
      <dgm:prSet presAssocID="{1087A4F9-2682-46B4-900F-CDDE279742BB}" presName="childText" presStyleLbl="bgAcc1" presStyleIdx="10" presStyleCnt="17">
        <dgm:presLayoutVars>
          <dgm:bulletEnabled val="1"/>
        </dgm:presLayoutVars>
      </dgm:prSet>
      <dgm:spPr/>
    </dgm:pt>
    <dgm:pt modelId="{835F977D-CFA3-4AB3-8A21-DD01645AF91A}" type="pres">
      <dgm:prSet presAssocID="{BC0429AB-2DA5-4545-B31F-910956F43BE9}" presName="Name13" presStyleLbl="parChTrans1D2" presStyleIdx="11" presStyleCnt="17"/>
      <dgm:spPr/>
    </dgm:pt>
    <dgm:pt modelId="{F54EB620-79F0-409B-BBFB-7BA8996C8915}" type="pres">
      <dgm:prSet presAssocID="{2889673C-2E55-4303-96AD-8B982FF808C2}" presName="childText" presStyleLbl="bgAcc1" presStyleIdx="11" presStyleCnt="17">
        <dgm:presLayoutVars>
          <dgm:bulletEnabled val="1"/>
        </dgm:presLayoutVars>
      </dgm:prSet>
      <dgm:spPr/>
    </dgm:pt>
    <dgm:pt modelId="{3B3A71E2-89DD-4767-9933-F44B594E3A75}" type="pres">
      <dgm:prSet presAssocID="{F0BEFAFE-1B45-42A6-AFAC-5B3D8B341D9E}" presName="root" presStyleCnt="0"/>
      <dgm:spPr/>
    </dgm:pt>
    <dgm:pt modelId="{A05E182B-DD89-496E-B40C-D0E8FB7C4016}" type="pres">
      <dgm:prSet presAssocID="{F0BEFAFE-1B45-42A6-AFAC-5B3D8B341D9E}" presName="rootComposite" presStyleCnt="0"/>
      <dgm:spPr/>
    </dgm:pt>
    <dgm:pt modelId="{3245FF16-4EC6-4B4D-B88D-6D82CEC62AB1}" type="pres">
      <dgm:prSet presAssocID="{F0BEFAFE-1B45-42A6-AFAC-5B3D8B341D9E}" presName="rootText" presStyleLbl="node1" presStyleIdx="4" presStyleCnt="6"/>
      <dgm:spPr/>
    </dgm:pt>
    <dgm:pt modelId="{CF255258-53B4-4AF3-BB96-76AE184F1965}" type="pres">
      <dgm:prSet presAssocID="{F0BEFAFE-1B45-42A6-AFAC-5B3D8B341D9E}" presName="rootConnector" presStyleLbl="node1" presStyleIdx="4" presStyleCnt="6"/>
      <dgm:spPr/>
    </dgm:pt>
    <dgm:pt modelId="{E3D07798-6C26-4282-85B2-918CB53B1EA0}" type="pres">
      <dgm:prSet presAssocID="{F0BEFAFE-1B45-42A6-AFAC-5B3D8B341D9E}" presName="childShape" presStyleCnt="0"/>
      <dgm:spPr/>
    </dgm:pt>
    <dgm:pt modelId="{48C2F4FF-A152-40A5-999A-BF75601A7771}" type="pres">
      <dgm:prSet presAssocID="{0F414D80-977E-45C1-86E1-FD9FA6E52651}" presName="Name13" presStyleLbl="parChTrans1D2" presStyleIdx="12" presStyleCnt="17"/>
      <dgm:spPr/>
    </dgm:pt>
    <dgm:pt modelId="{A70D30FF-1059-4293-B3DB-F53CF240C097}" type="pres">
      <dgm:prSet presAssocID="{0C7EF6AF-E6D1-48BA-BBB9-AF8EE3399F77}" presName="childText" presStyleLbl="bgAcc1" presStyleIdx="12" presStyleCnt="17">
        <dgm:presLayoutVars>
          <dgm:bulletEnabled val="1"/>
        </dgm:presLayoutVars>
      </dgm:prSet>
      <dgm:spPr/>
    </dgm:pt>
    <dgm:pt modelId="{6A104E05-6292-4138-AF3C-93AC205D17C3}" type="pres">
      <dgm:prSet presAssocID="{95FA2D25-1613-402E-A66D-ACB4DB08DE65}" presName="root" presStyleCnt="0"/>
      <dgm:spPr/>
    </dgm:pt>
    <dgm:pt modelId="{F6314926-94B8-412F-A1D9-0B39822AC615}" type="pres">
      <dgm:prSet presAssocID="{95FA2D25-1613-402E-A66D-ACB4DB08DE65}" presName="rootComposite" presStyleCnt="0"/>
      <dgm:spPr/>
    </dgm:pt>
    <dgm:pt modelId="{CF45CAE6-BAC0-4A57-A41A-330A68CA350A}" type="pres">
      <dgm:prSet presAssocID="{95FA2D25-1613-402E-A66D-ACB4DB08DE65}" presName="rootText" presStyleLbl="node1" presStyleIdx="5" presStyleCnt="6"/>
      <dgm:spPr/>
    </dgm:pt>
    <dgm:pt modelId="{2A6D7979-74E1-4474-989A-AD206220D091}" type="pres">
      <dgm:prSet presAssocID="{95FA2D25-1613-402E-A66D-ACB4DB08DE65}" presName="rootConnector" presStyleLbl="node1" presStyleIdx="5" presStyleCnt="6"/>
      <dgm:spPr/>
    </dgm:pt>
    <dgm:pt modelId="{FF178FE7-8F6B-4649-9850-E5B9EFA6A1FE}" type="pres">
      <dgm:prSet presAssocID="{95FA2D25-1613-402E-A66D-ACB4DB08DE65}" presName="childShape" presStyleCnt="0"/>
      <dgm:spPr/>
    </dgm:pt>
    <dgm:pt modelId="{404F076F-A1FC-4121-B142-6F7989043D85}" type="pres">
      <dgm:prSet presAssocID="{7E0DB640-F0D5-44D3-8032-3598C48041AC}" presName="Name13" presStyleLbl="parChTrans1D2" presStyleIdx="13" presStyleCnt="17"/>
      <dgm:spPr/>
    </dgm:pt>
    <dgm:pt modelId="{C31C5C07-6CF9-438B-B23A-6A8CAEB45FCE}" type="pres">
      <dgm:prSet presAssocID="{2A1F0CD3-B20E-40A7-B6EE-B69E1C9C114F}" presName="childText" presStyleLbl="bgAcc1" presStyleIdx="13" presStyleCnt="17">
        <dgm:presLayoutVars>
          <dgm:bulletEnabled val="1"/>
        </dgm:presLayoutVars>
      </dgm:prSet>
      <dgm:spPr/>
    </dgm:pt>
    <dgm:pt modelId="{5E91A822-8F7B-420D-97BD-8F9A99D22DBE}" type="pres">
      <dgm:prSet presAssocID="{69EE4CA0-2E84-4874-95A3-B52A66C5BF64}" presName="Name13" presStyleLbl="parChTrans1D2" presStyleIdx="14" presStyleCnt="17"/>
      <dgm:spPr/>
    </dgm:pt>
    <dgm:pt modelId="{B39268CF-2792-41B8-8D57-EA0D3A8D437B}" type="pres">
      <dgm:prSet presAssocID="{32AA8390-7054-483E-91E4-2C6A129AADCC}" presName="childText" presStyleLbl="bgAcc1" presStyleIdx="14" presStyleCnt="17">
        <dgm:presLayoutVars>
          <dgm:bulletEnabled val="1"/>
        </dgm:presLayoutVars>
      </dgm:prSet>
      <dgm:spPr/>
    </dgm:pt>
    <dgm:pt modelId="{63555703-F1BA-4F46-87E4-1A69DE0865A3}" type="pres">
      <dgm:prSet presAssocID="{FD37859B-31EA-4A7A-A5C2-33DE3CCF2163}" presName="Name13" presStyleLbl="parChTrans1D2" presStyleIdx="15" presStyleCnt="17"/>
      <dgm:spPr/>
    </dgm:pt>
    <dgm:pt modelId="{CE2F0F3A-A8CF-40CB-85FA-B0B2E70C6354}" type="pres">
      <dgm:prSet presAssocID="{1D1A2299-A920-4324-A9CB-ACECA4DA9350}" presName="childText" presStyleLbl="bgAcc1" presStyleIdx="15" presStyleCnt="17">
        <dgm:presLayoutVars>
          <dgm:bulletEnabled val="1"/>
        </dgm:presLayoutVars>
      </dgm:prSet>
      <dgm:spPr/>
    </dgm:pt>
    <dgm:pt modelId="{9CA892B8-E06C-463F-B07B-52D63B59BEBC}" type="pres">
      <dgm:prSet presAssocID="{26E26B31-F48C-4C16-9A22-2219FA339F5D}" presName="Name13" presStyleLbl="parChTrans1D2" presStyleIdx="16" presStyleCnt="17"/>
      <dgm:spPr/>
    </dgm:pt>
    <dgm:pt modelId="{18821571-D1E0-4BDA-91E4-32E053D326B4}" type="pres">
      <dgm:prSet presAssocID="{79B1B898-D400-495E-A16B-8AB2D3CF24A8}" presName="childText" presStyleLbl="bgAcc1" presStyleIdx="16" presStyleCnt="17">
        <dgm:presLayoutVars>
          <dgm:bulletEnabled val="1"/>
        </dgm:presLayoutVars>
      </dgm:prSet>
      <dgm:spPr/>
    </dgm:pt>
  </dgm:ptLst>
  <dgm:cxnLst>
    <dgm:cxn modelId="{86C4FB02-C58C-4C20-AB25-22BCB20BF89A}" type="presOf" srcId="{B7468F0F-576D-4FB2-9397-3E1E3C64E571}" destId="{2333F741-BB66-4366-AD15-AFE4C6BEA540}" srcOrd="0" destOrd="0" presId="urn:microsoft.com/office/officeart/2005/8/layout/hierarchy3"/>
    <dgm:cxn modelId="{718B6106-019A-44CA-884B-104CC29349D5}" type="presOf" srcId="{BA88F970-FD4A-4901-AF4D-0CE835B60478}" destId="{B362CF72-D259-4F67-895C-5C486444F553}" srcOrd="0" destOrd="0" presId="urn:microsoft.com/office/officeart/2005/8/layout/hierarchy3"/>
    <dgm:cxn modelId="{EBABF508-665C-4149-98EC-2C7DAABDD0C7}" srcId="{F0BEFAFE-1B45-42A6-AFAC-5B3D8B341D9E}" destId="{0C7EF6AF-E6D1-48BA-BBB9-AF8EE3399F77}" srcOrd="0" destOrd="0" parTransId="{0F414D80-977E-45C1-86E1-FD9FA6E52651}" sibTransId="{8D1EB6FD-5F53-4863-9B72-C818092CB064}"/>
    <dgm:cxn modelId="{C73B4E10-C76D-41BC-BECF-25D103E2ADA1}" type="presOf" srcId="{90278234-66C9-4228-9FE9-B65F312744D4}" destId="{D27CA1E1-F4B2-4703-AD99-844939112FAF}" srcOrd="0" destOrd="0" presId="urn:microsoft.com/office/officeart/2005/8/layout/hierarchy3"/>
    <dgm:cxn modelId="{2205651A-5B5D-4911-9AC0-F36620366973}" srcId="{BA9D300A-8A1B-4FF9-998B-CC6BC9A8E68C}" destId="{AE132768-96CF-406C-8488-77825742B0EC}" srcOrd="2" destOrd="0" parTransId="{8674634B-4B26-4EB9-B164-00F71DC91690}" sibTransId="{8E28B794-461D-4FAD-B6DD-F5364034CA36}"/>
    <dgm:cxn modelId="{D143462D-3D2A-43A7-A8FB-4AF2279CD0D7}" srcId="{DAEC2E68-B18D-493D-9B02-08F238ECA809}" destId="{124CD981-964B-4507-95DD-692F2558E17F}" srcOrd="0" destOrd="0" parTransId="{C9351449-E153-47F3-BACE-F0422E9D4C9F}" sibTransId="{A9FF18AA-2702-40C9-AA33-D3DE5903C26A}"/>
    <dgm:cxn modelId="{46F9922D-038E-4D11-A6AB-B5D308E215AB}" srcId="{DAEC2E68-B18D-493D-9B02-08F238ECA809}" destId="{AA168FC0-AB6D-47E1-B839-80A37A177A63}" srcOrd="2" destOrd="0" parTransId="{A20CA058-5C94-452A-B1D2-4727022A9FFC}" sibTransId="{4746376B-A2B4-4CDF-AE4A-8C0190B357AD}"/>
    <dgm:cxn modelId="{E20EBF2D-984C-4FA2-980C-B9E18B0CE9FA}" type="presOf" srcId="{7B632046-861B-4AA9-AE52-79E0B3267EB7}" destId="{F6783F99-6CE9-4283-8EE4-1D5519EC4DFF}" srcOrd="0" destOrd="0" presId="urn:microsoft.com/office/officeart/2005/8/layout/hierarchy3"/>
    <dgm:cxn modelId="{837DF02E-3326-40A2-B34C-C1C127F6AF00}" type="presOf" srcId="{79B1B898-D400-495E-A16B-8AB2D3CF24A8}" destId="{18821571-D1E0-4BDA-91E4-32E053D326B4}" srcOrd="0" destOrd="0" presId="urn:microsoft.com/office/officeart/2005/8/layout/hierarchy3"/>
    <dgm:cxn modelId="{F6973A31-8B97-47DB-B532-F34C98D186C0}" srcId="{124CD981-964B-4507-95DD-692F2558E17F}" destId="{C3475499-5C3F-429E-8D18-639748175099}" srcOrd="0" destOrd="0" parTransId="{049A5DFE-3D3B-41BC-AC58-95A68578D621}" sibTransId="{6AFAD6A2-5373-4C51-92B4-0824679743CB}"/>
    <dgm:cxn modelId="{1009CB3B-C1F7-4962-8F38-1A55F27353A3}" type="presOf" srcId="{95FA2D25-1613-402E-A66D-ACB4DB08DE65}" destId="{CF45CAE6-BAC0-4A57-A41A-330A68CA350A}" srcOrd="0" destOrd="0" presId="urn:microsoft.com/office/officeart/2005/8/layout/hierarchy3"/>
    <dgm:cxn modelId="{5A67EB3B-E729-4387-839F-40A44F53749F}" srcId="{DAEC2E68-B18D-493D-9B02-08F238ECA809}" destId="{BA9D300A-8A1B-4FF9-998B-CC6BC9A8E68C}" srcOrd="1" destOrd="0" parTransId="{D606104F-2220-4723-A2D1-933F5043E59C}" sibTransId="{4E0F0A75-09F7-4BE3-A558-A9E49BEC0E62}"/>
    <dgm:cxn modelId="{AEF8433E-DE52-4E5D-B394-96C8D3F38915}" type="presOf" srcId="{F0BEFAFE-1B45-42A6-AFAC-5B3D8B341D9E}" destId="{3245FF16-4EC6-4B4D-B88D-6D82CEC62AB1}" srcOrd="0" destOrd="0" presId="urn:microsoft.com/office/officeart/2005/8/layout/hierarchy3"/>
    <dgm:cxn modelId="{0845FF3F-A585-454E-890C-686F661B80FF}" type="presOf" srcId="{C3475499-5C3F-429E-8D18-639748175099}" destId="{A768D4D2-5283-4798-9973-8532BE188CE3}" srcOrd="0" destOrd="0" presId="urn:microsoft.com/office/officeart/2005/8/layout/hierarchy3"/>
    <dgm:cxn modelId="{0229D15E-4B13-44E7-BAB9-10E8DFCDCF34}" srcId="{DAEC2E68-B18D-493D-9B02-08F238ECA809}" destId="{95FA2D25-1613-402E-A66D-ACB4DB08DE65}" srcOrd="5" destOrd="0" parTransId="{8870D7C8-3CB5-4FA5-A73B-13066ABBB3F4}" sibTransId="{351411F5-1EAF-47D3-BAA0-BD2AC8318B10}"/>
    <dgm:cxn modelId="{0B70C946-9CD5-48BF-9CAD-68F83C849097}" type="presOf" srcId="{049A5DFE-3D3B-41BC-AC58-95A68578D621}" destId="{45A96803-E422-4007-9685-B4703E204E58}" srcOrd="0" destOrd="0" presId="urn:microsoft.com/office/officeart/2005/8/layout/hierarchy3"/>
    <dgm:cxn modelId="{A684344B-9098-4C13-9935-238CC527F6FA}" type="presOf" srcId="{AE132768-96CF-406C-8488-77825742B0EC}" destId="{12A5A394-EA56-4C53-902C-C2E060099384}" srcOrd="0" destOrd="0" presId="urn:microsoft.com/office/officeart/2005/8/layout/hierarchy3"/>
    <dgm:cxn modelId="{FAD6FD4B-5F41-49AF-B9D6-11C79514DD94}" type="presOf" srcId="{BC0429AB-2DA5-4545-B31F-910956F43BE9}" destId="{835F977D-CFA3-4AB3-8A21-DD01645AF91A}" srcOrd="0" destOrd="0" presId="urn:microsoft.com/office/officeart/2005/8/layout/hierarchy3"/>
    <dgm:cxn modelId="{60EC0B6D-1CAF-4616-8EB4-52D91DEADA60}" srcId="{AA168FC0-AB6D-47E1-B839-80A37A177A63}" destId="{703B2F76-C95B-48B4-A752-3A3F04C11BDF}" srcOrd="0" destOrd="0" parTransId="{5E93C828-70A2-4563-B11B-E02EB9608706}" sibTransId="{8214A88B-6789-4D93-99B8-77A6CCCF856E}"/>
    <dgm:cxn modelId="{5B5EAE4D-6417-4571-BDF3-2F7A92167DC6}" type="presOf" srcId="{703B2F76-C95B-48B4-A752-3A3F04C11BDF}" destId="{64F34835-4294-4DD4-873C-F83CB1B35E63}" srcOrd="0" destOrd="0" presId="urn:microsoft.com/office/officeart/2005/8/layout/hierarchy3"/>
    <dgm:cxn modelId="{3E515E6E-233F-470D-A6C9-C2F17313982C}" type="presOf" srcId="{26E26B31-F48C-4C16-9A22-2219FA339F5D}" destId="{9CA892B8-E06C-463F-B07B-52D63B59BEBC}" srcOrd="0" destOrd="0" presId="urn:microsoft.com/office/officeart/2005/8/layout/hierarchy3"/>
    <dgm:cxn modelId="{E41D696F-E460-4632-8398-AC91E5FC1593}" type="presOf" srcId="{D1533490-6755-452A-90DB-293C03EB1CE1}" destId="{9FAEF1D6-14B1-4FDC-9B14-636F7F5F835A}" srcOrd="0" destOrd="0" presId="urn:microsoft.com/office/officeart/2005/8/layout/hierarchy3"/>
    <dgm:cxn modelId="{5EE82250-3600-4E08-8010-74BD95252377}" srcId="{95FA2D25-1613-402E-A66D-ACB4DB08DE65}" destId="{32AA8390-7054-483E-91E4-2C6A129AADCC}" srcOrd="1" destOrd="0" parTransId="{69EE4CA0-2E84-4874-95A3-B52A66C5BF64}" sibTransId="{D33C7AAA-56A5-4E66-8FC5-AFF45DCFC1FD}"/>
    <dgm:cxn modelId="{B5D05150-C46F-4C16-BF63-F238B20CA62A}" type="presOf" srcId="{32AA8390-7054-483E-91E4-2C6A129AADCC}" destId="{B39268CF-2792-41B8-8D57-EA0D3A8D437B}" srcOrd="0" destOrd="0" presId="urn:microsoft.com/office/officeart/2005/8/layout/hierarchy3"/>
    <dgm:cxn modelId="{16EC2172-5180-4330-9BF2-BF9D1CDE5257}" type="presOf" srcId="{8328DEF9-A8A3-41C3-9F20-0A8721784C5D}" destId="{DEA485EF-1ADA-45EE-A4F3-F893B3C8A0A6}" srcOrd="0" destOrd="0" presId="urn:microsoft.com/office/officeart/2005/8/layout/hierarchy3"/>
    <dgm:cxn modelId="{738D9A54-EF0D-4C06-B5F1-711EE1B56AE1}" type="presOf" srcId="{AA168FC0-AB6D-47E1-B839-80A37A177A63}" destId="{EABF56F0-B392-4256-B2A4-FD52F6880814}" srcOrd="0" destOrd="0" presId="urn:microsoft.com/office/officeart/2005/8/layout/hierarchy3"/>
    <dgm:cxn modelId="{E45EF554-A2B4-4A9E-9CCC-A3803183A57A}" type="presOf" srcId="{8674634B-4B26-4EB9-B164-00F71DC91690}" destId="{A5E974A2-8260-4563-9F2C-D1FCF5CE1621}" srcOrd="0" destOrd="0" presId="urn:microsoft.com/office/officeart/2005/8/layout/hierarchy3"/>
    <dgm:cxn modelId="{E9441579-B9A5-4B0B-B1E9-61ADEAFDE6E1}" type="presOf" srcId="{DAEC2E68-B18D-493D-9B02-08F238ECA809}" destId="{53128259-5CC6-4F3C-A7B8-75AEE189A091}" srcOrd="0" destOrd="0" presId="urn:microsoft.com/office/officeart/2005/8/layout/hierarchy3"/>
    <dgm:cxn modelId="{9ADDA55A-331D-4715-8871-E1B4E4C074FA}" type="presOf" srcId="{5E93C828-70A2-4563-B11B-E02EB9608706}" destId="{F3FE994F-3DF8-4DC2-810D-5FA8986B80F9}" srcOrd="0" destOrd="0" presId="urn:microsoft.com/office/officeart/2005/8/layout/hierarchy3"/>
    <dgm:cxn modelId="{3E56CD5A-1158-466D-A156-243989828D3E}" srcId="{DAEC2E68-B18D-493D-9B02-08F238ECA809}" destId="{B7468F0F-576D-4FB2-9397-3E1E3C64E571}" srcOrd="3" destOrd="0" parTransId="{3E855BCB-F84E-44C4-A443-0AEF91769CF7}" sibTransId="{A4DEBAFC-522E-4B63-BA3E-BCB88D85AEDF}"/>
    <dgm:cxn modelId="{760D8C7F-1771-48A1-BC79-DF182B0B087A}" type="presOf" srcId="{BA9D300A-8A1B-4FF9-998B-CC6BC9A8E68C}" destId="{526BE4CF-A767-4B9D-94C8-91F25833A1BD}" srcOrd="0" destOrd="0" presId="urn:microsoft.com/office/officeart/2005/8/layout/hierarchy3"/>
    <dgm:cxn modelId="{E2C96380-E8C5-4F74-8C8C-4767143E4EC5}" srcId="{DAEC2E68-B18D-493D-9B02-08F238ECA809}" destId="{F0BEFAFE-1B45-42A6-AFAC-5B3D8B341D9E}" srcOrd="4" destOrd="0" parTransId="{A9C04A38-B096-403D-A0AC-B87BD17FDFCE}" sibTransId="{D7B4A302-78C4-46CA-9015-DD2636161F25}"/>
    <dgm:cxn modelId="{30870B88-71A2-4D0F-B3B5-8393266523E2}" type="presOf" srcId="{9214A9DD-F01D-40B5-A163-DD72041E6646}" destId="{53C2D039-B5A0-4976-9A44-75D7040063EF}" srcOrd="0" destOrd="0" presId="urn:microsoft.com/office/officeart/2005/8/layout/hierarchy3"/>
    <dgm:cxn modelId="{19EFFC8D-F4C6-4D68-BDEB-F51E99403A31}" type="presOf" srcId="{B5960B41-2B58-4BD5-9C9A-A2D724398ADB}" destId="{1B101669-489F-42EB-9334-B09C92A063D5}" srcOrd="0" destOrd="0" presId="urn:microsoft.com/office/officeart/2005/8/layout/hierarchy3"/>
    <dgm:cxn modelId="{63228A8F-4F43-46D6-9F7C-42CB591140A1}" srcId="{B7468F0F-576D-4FB2-9397-3E1E3C64E571}" destId="{2889673C-2E55-4303-96AD-8B982FF808C2}" srcOrd="1" destOrd="0" parTransId="{BC0429AB-2DA5-4545-B31F-910956F43BE9}" sibTransId="{899CE4FC-7C8F-47F0-99D7-A73EA1A6903C}"/>
    <dgm:cxn modelId="{15337A90-3966-4C79-81D0-15480FDAEE12}" type="presOf" srcId="{2A1F0CD3-B20E-40A7-B6EE-B69E1C9C114F}" destId="{C31C5C07-6CF9-438B-B23A-6A8CAEB45FCE}" srcOrd="0" destOrd="0" presId="urn:microsoft.com/office/officeart/2005/8/layout/hierarchy3"/>
    <dgm:cxn modelId="{9DF36592-084A-4FEC-A073-1823903F3CAE}" type="presOf" srcId="{69EE4CA0-2E84-4874-95A3-B52A66C5BF64}" destId="{5E91A822-8F7B-420D-97BD-8F9A99D22DBE}" srcOrd="0" destOrd="0" presId="urn:microsoft.com/office/officeart/2005/8/layout/hierarchy3"/>
    <dgm:cxn modelId="{BC63DA92-2130-4422-9A68-26FDC6345E50}" srcId="{124CD981-964B-4507-95DD-692F2558E17F}" destId="{7B632046-861B-4AA9-AE52-79E0B3267EB7}" srcOrd="3" destOrd="0" parTransId="{BA88F970-FD4A-4901-AF4D-0CE835B60478}" sibTransId="{19313102-AEFF-4A8D-B6F0-09E1D963E3EE}"/>
    <dgm:cxn modelId="{55FC7D94-F880-4987-89B3-109567DDD540}" type="presOf" srcId="{BA9D300A-8A1B-4FF9-998B-CC6BC9A8E68C}" destId="{1E60579B-63BE-41FA-ACC5-A1988E883C0B}" srcOrd="1" destOrd="0" presId="urn:microsoft.com/office/officeart/2005/8/layout/hierarchy3"/>
    <dgm:cxn modelId="{8D211A97-95BD-4456-81C7-D1C41F99B6C6}" type="presOf" srcId="{0C7EF6AF-E6D1-48BA-BBB9-AF8EE3399F77}" destId="{A70D30FF-1059-4293-B3DB-F53CF240C097}" srcOrd="0" destOrd="0" presId="urn:microsoft.com/office/officeart/2005/8/layout/hierarchy3"/>
    <dgm:cxn modelId="{9C31EB97-B030-47B6-815A-27B81699E47E}" type="presOf" srcId="{F2DC66FA-5D9F-4C57-83FA-9600DAEE4652}" destId="{3165154F-C95A-40EF-810B-18B6ED2EC000}" srcOrd="0" destOrd="0" presId="urn:microsoft.com/office/officeart/2005/8/layout/hierarchy3"/>
    <dgm:cxn modelId="{F7EB8E98-065E-43DA-B393-953FDDE82478}" srcId="{124CD981-964B-4507-95DD-692F2558E17F}" destId="{2393479A-691F-4EA1-9E13-FD3EF0078E20}" srcOrd="2" destOrd="0" parTransId="{B5960B41-2B58-4BD5-9C9A-A2D724398ADB}" sibTransId="{77E36A66-1F05-4EB9-AA89-CE839F3EF99F}"/>
    <dgm:cxn modelId="{F1E43C99-A046-41B7-BE75-B740DF373982}" type="presOf" srcId="{124CD981-964B-4507-95DD-692F2558E17F}" destId="{D92FD8D1-FF6D-49B8-BFBF-D87D5210704E}" srcOrd="1" destOrd="0" presId="urn:microsoft.com/office/officeart/2005/8/layout/hierarchy3"/>
    <dgm:cxn modelId="{FFA70C9A-B18F-45C0-8088-2D1505C7C53B}" type="presOf" srcId="{27AEB688-D50F-4F28-80CD-A979170C7E49}" destId="{9EEE6535-DDC6-450B-BDF9-88DC278C9201}" srcOrd="0" destOrd="0" presId="urn:microsoft.com/office/officeart/2005/8/layout/hierarchy3"/>
    <dgm:cxn modelId="{C123019D-3385-4FB1-AEAA-960C9DECB7EB}" type="presOf" srcId="{124CD981-964B-4507-95DD-692F2558E17F}" destId="{6F02145B-A602-49CC-9A3B-AF12CDE362AF}" srcOrd="0" destOrd="0" presId="urn:microsoft.com/office/officeart/2005/8/layout/hierarchy3"/>
    <dgm:cxn modelId="{313A3BA5-77C5-4207-8FA6-DB5819671249}" type="presOf" srcId="{B7468F0F-576D-4FB2-9397-3E1E3C64E571}" destId="{27698E49-CAD7-4FE1-B643-893903AC3D2C}" srcOrd="1" destOrd="0" presId="urn:microsoft.com/office/officeart/2005/8/layout/hierarchy3"/>
    <dgm:cxn modelId="{DF6E69AD-9AE4-4010-95D0-9B70473741F0}" type="presOf" srcId="{CC6D031D-4DEA-4BF6-8834-E5BDE78AEA25}" destId="{30174008-C07E-4397-8AAB-F71FD9784E0F}" srcOrd="0" destOrd="0" presId="urn:microsoft.com/office/officeart/2005/8/layout/hierarchy3"/>
    <dgm:cxn modelId="{1983FBB3-74B6-47A3-B278-7FEAC1CD2C27}" type="presOf" srcId="{AA168FC0-AB6D-47E1-B839-80A37A177A63}" destId="{A69F6B1C-D5CB-40AD-B2F1-AC784A366957}" srcOrd="1" destOrd="0" presId="urn:microsoft.com/office/officeart/2005/8/layout/hierarchy3"/>
    <dgm:cxn modelId="{319809B8-E802-4159-AC70-D0F13A6F867A}" type="presOf" srcId="{E381D033-2E07-4879-B8BA-ED3FABA61C86}" destId="{F40D9B52-8F8C-40C9-9650-CFA30C3BF88E}" srcOrd="0" destOrd="0" presId="urn:microsoft.com/office/officeart/2005/8/layout/hierarchy3"/>
    <dgm:cxn modelId="{FAD3F9C1-4389-4A92-9E7D-44C62D7F7981}" type="presOf" srcId="{2393479A-691F-4EA1-9E13-FD3EF0078E20}" destId="{408F98F5-1B94-453F-9F32-B5E803F9ACD4}" srcOrd="0" destOrd="0" presId="urn:microsoft.com/office/officeart/2005/8/layout/hierarchy3"/>
    <dgm:cxn modelId="{67AF39C3-3100-4069-A0E3-3BA759D40313}" type="presOf" srcId="{1D1A2299-A920-4324-A9CB-ACECA4DA9350}" destId="{CE2F0F3A-A8CF-40CB-85FA-B0B2E70C6354}" srcOrd="0" destOrd="0" presId="urn:microsoft.com/office/officeart/2005/8/layout/hierarchy3"/>
    <dgm:cxn modelId="{53C44CC5-25BB-46CE-9E4C-68F07A5FC042}" type="presOf" srcId="{95441941-921D-46D5-B70D-1CE67E689954}" destId="{D5B98C98-D43A-4A8A-AD60-9B629C9B0273}" srcOrd="0" destOrd="0" presId="urn:microsoft.com/office/officeart/2005/8/layout/hierarchy3"/>
    <dgm:cxn modelId="{405AB5D1-BF6F-4F26-AA99-BA0E01CE9615}" type="presOf" srcId="{2889673C-2E55-4303-96AD-8B982FF808C2}" destId="{F54EB620-79F0-409B-BBFB-7BA8996C8915}" srcOrd="0" destOrd="0" presId="urn:microsoft.com/office/officeart/2005/8/layout/hierarchy3"/>
    <dgm:cxn modelId="{2C67C4D4-819C-407B-B3C5-FE959D22879E}" type="presOf" srcId="{1087A4F9-2682-46B4-900F-CDDE279742BB}" destId="{639A1113-ACA1-4C17-A219-82FF85D9968B}" srcOrd="0" destOrd="0" presId="urn:microsoft.com/office/officeart/2005/8/layout/hierarchy3"/>
    <dgm:cxn modelId="{DDF8ADD8-F700-4E24-9AC3-11BFAB7B5DC9}" srcId="{95FA2D25-1613-402E-A66D-ACB4DB08DE65}" destId="{1D1A2299-A920-4324-A9CB-ACECA4DA9350}" srcOrd="2" destOrd="0" parTransId="{FD37859B-31EA-4A7A-A5C2-33DE3CCF2163}" sibTransId="{F2970E4A-B4CF-47B7-AEF8-195F8DC66457}"/>
    <dgm:cxn modelId="{9835EED8-B6F3-4B05-AB26-A93A746DE345}" srcId="{BA9D300A-8A1B-4FF9-998B-CC6BC9A8E68C}" destId="{9214A9DD-F01D-40B5-A163-DD72041E6646}" srcOrd="0" destOrd="0" parTransId="{45DA0287-BA0B-4D8B-85B8-083BA0863126}" sibTransId="{46CE4D75-1135-4D89-8461-D6CE0BD14F1B}"/>
    <dgm:cxn modelId="{A5A029D9-05CD-4CE9-9BF0-57A29E9C1935}" srcId="{B7468F0F-576D-4FB2-9397-3E1E3C64E571}" destId="{1087A4F9-2682-46B4-900F-CDDE279742BB}" srcOrd="0" destOrd="0" parTransId="{D1533490-6755-452A-90DB-293C03EB1CE1}" sibTransId="{B39594D9-A0A6-4F1D-9F72-8A78346C6C8E}"/>
    <dgm:cxn modelId="{E8F3CCDD-3194-4AFF-BF96-7A03A477D4D0}" type="presOf" srcId="{7E0DB640-F0D5-44D3-8032-3598C48041AC}" destId="{404F076F-A1FC-4121-B142-6F7989043D85}" srcOrd="0" destOrd="0" presId="urn:microsoft.com/office/officeart/2005/8/layout/hierarchy3"/>
    <dgm:cxn modelId="{5A858DE2-1DDA-4FFF-B694-7A63AAE47729}" type="presOf" srcId="{0F414D80-977E-45C1-86E1-FD9FA6E52651}" destId="{48C2F4FF-A152-40A5-999A-BF75601A7771}" srcOrd="0" destOrd="0" presId="urn:microsoft.com/office/officeart/2005/8/layout/hierarchy3"/>
    <dgm:cxn modelId="{0F08EAE4-6AA0-42AD-B26D-9564E53A8D2D}" srcId="{124CD981-964B-4507-95DD-692F2558E17F}" destId="{8328DEF9-A8A3-41C3-9F20-0A8721784C5D}" srcOrd="4" destOrd="0" parTransId="{27AEB688-D50F-4F28-80CD-A979170C7E49}" sibTransId="{8EF82316-96C3-4318-BE24-41EE39F8826E}"/>
    <dgm:cxn modelId="{7479AEEC-0DF8-4402-BDE0-E0E97CD38299}" srcId="{95FA2D25-1613-402E-A66D-ACB4DB08DE65}" destId="{2A1F0CD3-B20E-40A7-B6EE-B69E1C9C114F}" srcOrd="0" destOrd="0" parTransId="{7E0DB640-F0D5-44D3-8032-3598C48041AC}" sibTransId="{1B353708-01AD-4D44-B834-0647383A8754}"/>
    <dgm:cxn modelId="{ED4424ED-F099-44A1-BCEA-3024109F2B19}" type="presOf" srcId="{95FA2D25-1613-402E-A66D-ACB4DB08DE65}" destId="{2A6D7979-74E1-4474-989A-AD206220D091}" srcOrd="1" destOrd="0" presId="urn:microsoft.com/office/officeart/2005/8/layout/hierarchy3"/>
    <dgm:cxn modelId="{B09E09F0-E2FF-4E0E-B3BA-B6B627CFB448}" srcId="{124CD981-964B-4507-95DD-692F2558E17F}" destId="{A2A55401-2BE1-4F4A-AA44-9E931EC773C4}" srcOrd="1" destOrd="0" parTransId="{E381D033-2E07-4879-B8BA-ED3FABA61C86}" sibTransId="{1038F437-7C97-496B-82F0-1D28622C02FE}"/>
    <dgm:cxn modelId="{8ED218F3-55C8-441C-87AC-6D431A1225E9}" type="presOf" srcId="{45DA0287-BA0B-4D8B-85B8-083BA0863126}" destId="{571A749B-3F92-46AA-98EA-69B654C698C3}" srcOrd="0" destOrd="0" presId="urn:microsoft.com/office/officeart/2005/8/layout/hierarchy3"/>
    <dgm:cxn modelId="{7AE7C7F3-F860-4A03-8885-9D494843CEC2}" srcId="{95FA2D25-1613-402E-A66D-ACB4DB08DE65}" destId="{79B1B898-D400-495E-A16B-8AB2D3CF24A8}" srcOrd="3" destOrd="0" parTransId="{26E26B31-F48C-4C16-9A22-2219FA339F5D}" sibTransId="{F50CDD6C-7AE5-43D1-B645-91C3F69D28B2}"/>
    <dgm:cxn modelId="{854A18F5-1F20-4F36-8070-6145DABC9D21}" type="presOf" srcId="{A2A55401-2BE1-4F4A-AA44-9E931EC773C4}" destId="{295AB0B1-2D42-4E5A-BA1B-495D3401B6C8}" srcOrd="0" destOrd="0" presId="urn:microsoft.com/office/officeart/2005/8/layout/hierarchy3"/>
    <dgm:cxn modelId="{04B0ADF6-AF5C-4B73-86A3-37AFF1DED5B6}" type="presOf" srcId="{F0BEFAFE-1B45-42A6-AFAC-5B3D8B341D9E}" destId="{CF255258-53B4-4AF3-BB96-76AE184F1965}" srcOrd="1" destOrd="0" presId="urn:microsoft.com/office/officeart/2005/8/layout/hierarchy3"/>
    <dgm:cxn modelId="{4DB31DF7-1358-4209-AEE8-F18EA3C98740}" srcId="{BA9D300A-8A1B-4FF9-998B-CC6BC9A8E68C}" destId="{90278234-66C9-4228-9FE9-B65F312744D4}" srcOrd="1" destOrd="0" parTransId="{95441941-921D-46D5-B70D-1CE67E689954}" sibTransId="{AD189F9C-7CD4-49FE-8209-BE24232B82FA}"/>
    <dgm:cxn modelId="{3C5937F7-990F-4EF4-9CEC-4812E2C9AED8}" type="presOf" srcId="{FD37859B-31EA-4A7A-A5C2-33DE3CCF2163}" destId="{63555703-F1BA-4F46-87E4-1A69DE0865A3}" srcOrd="0" destOrd="0" presId="urn:microsoft.com/office/officeart/2005/8/layout/hierarchy3"/>
    <dgm:cxn modelId="{8EA32AFA-0526-4493-84B0-2FDE203EDB79}" srcId="{AA168FC0-AB6D-47E1-B839-80A37A177A63}" destId="{CC6D031D-4DEA-4BF6-8834-E5BDE78AEA25}" srcOrd="1" destOrd="0" parTransId="{F2DC66FA-5D9F-4C57-83FA-9600DAEE4652}" sibTransId="{9B26356D-B20F-4266-9E25-4A0D6DFC23EB}"/>
    <dgm:cxn modelId="{C34C11D3-FC91-4C10-AAFE-66CEDC07CC4A}" type="presParOf" srcId="{53128259-5CC6-4F3C-A7B8-75AEE189A091}" destId="{8558F2CC-8CA9-43C3-8156-2EB25E4C11A0}" srcOrd="0" destOrd="0" presId="urn:microsoft.com/office/officeart/2005/8/layout/hierarchy3"/>
    <dgm:cxn modelId="{B6437FDA-2BBD-4B5B-8B10-9423521BE094}" type="presParOf" srcId="{8558F2CC-8CA9-43C3-8156-2EB25E4C11A0}" destId="{07FD25CD-0944-43DD-9EAB-8342CDFDF8C1}" srcOrd="0" destOrd="0" presId="urn:microsoft.com/office/officeart/2005/8/layout/hierarchy3"/>
    <dgm:cxn modelId="{E2920AC6-C789-40D4-9DDA-F2C0B0B0A15C}" type="presParOf" srcId="{07FD25CD-0944-43DD-9EAB-8342CDFDF8C1}" destId="{6F02145B-A602-49CC-9A3B-AF12CDE362AF}" srcOrd="0" destOrd="0" presId="urn:microsoft.com/office/officeart/2005/8/layout/hierarchy3"/>
    <dgm:cxn modelId="{A1FBEE8C-B094-4BBB-ACE1-A282F72C6381}" type="presParOf" srcId="{07FD25CD-0944-43DD-9EAB-8342CDFDF8C1}" destId="{D92FD8D1-FF6D-49B8-BFBF-D87D5210704E}" srcOrd="1" destOrd="0" presId="urn:microsoft.com/office/officeart/2005/8/layout/hierarchy3"/>
    <dgm:cxn modelId="{6E7248B5-1D2E-4698-9478-D8E514B58794}" type="presParOf" srcId="{8558F2CC-8CA9-43C3-8156-2EB25E4C11A0}" destId="{9C2E416C-043B-47DB-8844-F47D019ED675}" srcOrd="1" destOrd="0" presId="urn:microsoft.com/office/officeart/2005/8/layout/hierarchy3"/>
    <dgm:cxn modelId="{7A979487-9D45-432A-A44B-0F304EF96D8D}" type="presParOf" srcId="{9C2E416C-043B-47DB-8844-F47D019ED675}" destId="{45A96803-E422-4007-9685-B4703E204E58}" srcOrd="0" destOrd="0" presId="urn:microsoft.com/office/officeart/2005/8/layout/hierarchy3"/>
    <dgm:cxn modelId="{7210EAB1-21E9-44C4-A434-D95A5A11CB9A}" type="presParOf" srcId="{9C2E416C-043B-47DB-8844-F47D019ED675}" destId="{A768D4D2-5283-4798-9973-8532BE188CE3}" srcOrd="1" destOrd="0" presId="urn:microsoft.com/office/officeart/2005/8/layout/hierarchy3"/>
    <dgm:cxn modelId="{3704F242-FDEA-4536-9EE3-E0E183BD93E1}" type="presParOf" srcId="{9C2E416C-043B-47DB-8844-F47D019ED675}" destId="{F40D9B52-8F8C-40C9-9650-CFA30C3BF88E}" srcOrd="2" destOrd="0" presId="urn:microsoft.com/office/officeart/2005/8/layout/hierarchy3"/>
    <dgm:cxn modelId="{37FD1831-3F24-4349-BF38-BF5F0E888584}" type="presParOf" srcId="{9C2E416C-043B-47DB-8844-F47D019ED675}" destId="{295AB0B1-2D42-4E5A-BA1B-495D3401B6C8}" srcOrd="3" destOrd="0" presId="urn:microsoft.com/office/officeart/2005/8/layout/hierarchy3"/>
    <dgm:cxn modelId="{9F26433D-F141-4A85-927A-8F8FA65FC1E7}" type="presParOf" srcId="{9C2E416C-043B-47DB-8844-F47D019ED675}" destId="{1B101669-489F-42EB-9334-B09C92A063D5}" srcOrd="4" destOrd="0" presId="urn:microsoft.com/office/officeart/2005/8/layout/hierarchy3"/>
    <dgm:cxn modelId="{F24448D9-CB87-4254-AA41-75C20D18552E}" type="presParOf" srcId="{9C2E416C-043B-47DB-8844-F47D019ED675}" destId="{408F98F5-1B94-453F-9F32-B5E803F9ACD4}" srcOrd="5" destOrd="0" presId="urn:microsoft.com/office/officeart/2005/8/layout/hierarchy3"/>
    <dgm:cxn modelId="{F4878274-79A0-47A8-9765-44CA51564DF6}" type="presParOf" srcId="{9C2E416C-043B-47DB-8844-F47D019ED675}" destId="{B362CF72-D259-4F67-895C-5C486444F553}" srcOrd="6" destOrd="0" presId="urn:microsoft.com/office/officeart/2005/8/layout/hierarchy3"/>
    <dgm:cxn modelId="{215C9082-3786-42FB-B957-5BC9B549C20F}" type="presParOf" srcId="{9C2E416C-043B-47DB-8844-F47D019ED675}" destId="{F6783F99-6CE9-4283-8EE4-1D5519EC4DFF}" srcOrd="7" destOrd="0" presId="urn:microsoft.com/office/officeart/2005/8/layout/hierarchy3"/>
    <dgm:cxn modelId="{18AA9373-D342-40B3-88D8-44B9806E041E}" type="presParOf" srcId="{9C2E416C-043B-47DB-8844-F47D019ED675}" destId="{9EEE6535-DDC6-450B-BDF9-88DC278C9201}" srcOrd="8" destOrd="0" presId="urn:microsoft.com/office/officeart/2005/8/layout/hierarchy3"/>
    <dgm:cxn modelId="{178BEF43-7CF8-4BF8-91BA-B1956F8D8F3F}" type="presParOf" srcId="{9C2E416C-043B-47DB-8844-F47D019ED675}" destId="{DEA485EF-1ADA-45EE-A4F3-F893B3C8A0A6}" srcOrd="9" destOrd="0" presId="urn:microsoft.com/office/officeart/2005/8/layout/hierarchy3"/>
    <dgm:cxn modelId="{93E2C813-C8FE-45DA-876E-F2ED9A8982A4}" type="presParOf" srcId="{53128259-5CC6-4F3C-A7B8-75AEE189A091}" destId="{E16364C9-9873-4B40-B2E5-B4D1D442B3F9}" srcOrd="1" destOrd="0" presId="urn:microsoft.com/office/officeart/2005/8/layout/hierarchy3"/>
    <dgm:cxn modelId="{F24E6722-2CC3-466E-A3C8-B93E813577C3}" type="presParOf" srcId="{E16364C9-9873-4B40-B2E5-B4D1D442B3F9}" destId="{D9F9BFF0-064C-428C-91CC-4F9A3C1C824F}" srcOrd="0" destOrd="0" presId="urn:microsoft.com/office/officeart/2005/8/layout/hierarchy3"/>
    <dgm:cxn modelId="{B4752698-6680-4FD2-BC78-05F7198715DA}" type="presParOf" srcId="{D9F9BFF0-064C-428C-91CC-4F9A3C1C824F}" destId="{526BE4CF-A767-4B9D-94C8-91F25833A1BD}" srcOrd="0" destOrd="0" presId="urn:microsoft.com/office/officeart/2005/8/layout/hierarchy3"/>
    <dgm:cxn modelId="{BFFF0831-3F13-41C1-BA4E-B5ED3A27D40A}" type="presParOf" srcId="{D9F9BFF0-064C-428C-91CC-4F9A3C1C824F}" destId="{1E60579B-63BE-41FA-ACC5-A1988E883C0B}" srcOrd="1" destOrd="0" presId="urn:microsoft.com/office/officeart/2005/8/layout/hierarchy3"/>
    <dgm:cxn modelId="{C61B5B6B-6DF8-46E0-9BFB-EFE6D317970D}" type="presParOf" srcId="{E16364C9-9873-4B40-B2E5-B4D1D442B3F9}" destId="{D3842676-22E5-47E6-AB49-B06B401BC0C1}" srcOrd="1" destOrd="0" presId="urn:microsoft.com/office/officeart/2005/8/layout/hierarchy3"/>
    <dgm:cxn modelId="{EC6C2676-8C55-4A57-A1DF-8E1F393BBE93}" type="presParOf" srcId="{D3842676-22E5-47E6-AB49-B06B401BC0C1}" destId="{571A749B-3F92-46AA-98EA-69B654C698C3}" srcOrd="0" destOrd="0" presId="urn:microsoft.com/office/officeart/2005/8/layout/hierarchy3"/>
    <dgm:cxn modelId="{579CCD79-B4B8-4A73-9A67-130740621308}" type="presParOf" srcId="{D3842676-22E5-47E6-AB49-B06B401BC0C1}" destId="{53C2D039-B5A0-4976-9A44-75D7040063EF}" srcOrd="1" destOrd="0" presId="urn:microsoft.com/office/officeart/2005/8/layout/hierarchy3"/>
    <dgm:cxn modelId="{90CD6F77-927C-42BC-858C-BB6DB4A0F739}" type="presParOf" srcId="{D3842676-22E5-47E6-AB49-B06B401BC0C1}" destId="{D5B98C98-D43A-4A8A-AD60-9B629C9B0273}" srcOrd="2" destOrd="0" presId="urn:microsoft.com/office/officeart/2005/8/layout/hierarchy3"/>
    <dgm:cxn modelId="{3FCA2809-919C-48EE-9807-F02C4E09DDFF}" type="presParOf" srcId="{D3842676-22E5-47E6-AB49-B06B401BC0C1}" destId="{D27CA1E1-F4B2-4703-AD99-844939112FAF}" srcOrd="3" destOrd="0" presId="urn:microsoft.com/office/officeart/2005/8/layout/hierarchy3"/>
    <dgm:cxn modelId="{14844912-E5AD-40DF-A414-E0BA515B7F07}" type="presParOf" srcId="{D3842676-22E5-47E6-AB49-B06B401BC0C1}" destId="{A5E974A2-8260-4563-9F2C-D1FCF5CE1621}" srcOrd="4" destOrd="0" presId="urn:microsoft.com/office/officeart/2005/8/layout/hierarchy3"/>
    <dgm:cxn modelId="{34CADF93-35A2-4D61-9CE9-DA82FE65FC90}" type="presParOf" srcId="{D3842676-22E5-47E6-AB49-B06B401BC0C1}" destId="{12A5A394-EA56-4C53-902C-C2E060099384}" srcOrd="5" destOrd="0" presId="urn:microsoft.com/office/officeart/2005/8/layout/hierarchy3"/>
    <dgm:cxn modelId="{3231BFE3-A1D6-4440-A21D-8D8FC3F10E6E}" type="presParOf" srcId="{53128259-5CC6-4F3C-A7B8-75AEE189A091}" destId="{63501EB9-969B-479D-850F-27C5C544BE0E}" srcOrd="2" destOrd="0" presId="urn:microsoft.com/office/officeart/2005/8/layout/hierarchy3"/>
    <dgm:cxn modelId="{B9DA9731-3A1B-4705-BAB9-D313861F25DB}" type="presParOf" srcId="{63501EB9-969B-479D-850F-27C5C544BE0E}" destId="{85F22F4E-E5B2-4272-BBF7-0AFC8E65A393}" srcOrd="0" destOrd="0" presId="urn:microsoft.com/office/officeart/2005/8/layout/hierarchy3"/>
    <dgm:cxn modelId="{6362A193-40D5-463E-9E39-5D15242F6759}" type="presParOf" srcId="{85F22F4E-E5B2-4272-BBF7-0AFC8E65A393}" destId="{EABF56F0-B392-4256-B2A4-FD52F6880814}" srcOrd="0" destOrd="0" presId="urn:microsoft.com/office/officeart/2005/8/layout/hierarchy3"/>
    <dgm:cxn modelId="{723C7982-FE0B-4C9D-A196-D89E41AFCC19}" type="presParOf" srcId="{85F22F4E-E5B2-4272-BBF7-0AFC8E65A393}" destId="{A69F6B1C-D5CB-40AD-B2F1-AC784A366957}" srcOrd="1" destOrd="0" presId="urn:microsoft.com/office/officeart/2005/8/layout/hierarchy3"/>
    <dgm:cxn modelId="{17BA1874-B34E-4D91-BEB8-07E52771513C}" type="presParOf" srcId="{63501EB9-969B-479D-850F-27C5C544BE0E}" destId="{9F8D2D3A-8F60-4209-9D5C-49255574FE4C}" srcOrd="1" destOrd="0" presId="urn:microsoft.com/office/officeart/2005/8/layout/hierarchy3"/>
    <dgm:cxn modelId="{78311316-EAD7-4768-A7BF-B3960FE4476B}" type="presParOf" srcId="{9F8D2D3A-8F60-4209-9D5C-49255574FE4C}" destId="{F3FE994F-3DF8-4DC2-810D-5FA8986B80F9}" srcOrd="0" destOrd="0" presId="urn:microsoft.com/office/officeart/2005/8/layout/hierarchy3"/>
    <dgm:cxn modelId="{0AEFE508-B99E-456A-95F6-4E374231AAD4}" type="presParOf" srcId="{9F8D2D3A-8F60-4209-9D5C-49255574FE4C}" destId="{64F34835-4294-4DD4-873C-F83CB1B35E63}" srcOrd="1" destOrd="0" presId="urn:microsoft.com/office/officeart/2005/8/layout/hierarchy3"/>
    <dgm:cxn modelId="{CB7A34E9-1E2B-4958-B3C8-683FDA50A765}" type="presParOf" srcId="{9F8D2D3A-8F60-4209-9D5C-49255574FE4C}" destId="{3165154F-C95A-40EF-810B-18B6ED2EC000}" srcOrd="2" destOrd="0" presId="urn:microsoft.com/office/officeart/2005/8/layout/hierarchy3"/>
    <dgm:cxn modelId="{0241D744-A697-4624-92DE-CEDF6DCCB3DC}" type="presParOf" srcId="{9F8D2D3A-8F60-4209-9D5C-49255574FE4C}" destId="{30174008-C07E-4397-8AAB-F71FD9784E0F}" srcOrd="3" destOrd="0" presId="urn:microsoft.com/office/officeart/2005/8/layout/hierarchy3"/>
    <dgm:cxn modelId="{CDC9BD69-90E6-4FA0-9189-519473B343E4}" type="presParOf" srcId="{53128259-5CC6-4F3C-A7B8-75AEE189A091}" destId="{5BDC5A58-EC08-4122-8813-4021B6E592C4}" srcOrd="3" destOrd="0" presId="urn:microsoft.com/office/officeart/2005/8/layout/hierarchy3"/>
    <dgm:cxn modelId="{26A35645-EE83-4AB8-AA2F-EAD492CD20A1}" type="presParOf" srcId="{5BDC5A58-EC08-4122-8813-4021B6E592C4}" destId="{0FADFFF9-56C2-4BDD-BB65-2A1F4DED2C40}" srcOrd="0" destOrd="0" presId="urn:microsoft.com/office/officeart/2005/8/layout/hierarchy3"/>
    <dgm:cxn modelId="{E1CF7883-779E-4EC0-A23D-2B0631838C2D}" type="presParOf" srcId="{0FADFFF9-56C2-4BDD-BB65-2A1F4DED2C40}" destId="{2333F741-BB66-4366-AD15-AFE4C6BEA540}" srcOrd="0" destOrd="0" presId="urn:microsoft.com/office/officeart/2005/8/layout/hierarchy3"/>
    <dgm:cxn modelId="{FB2430A4-EC37-4388-B340-8AF98A39B09B}" type="presParOf" srcId="{0FADFFF9-56C2-4BDD-BB65-2A1F4DED2C40}" destId="{27698E49-CAD7-4FE1-B643-893903AC3D2C}" srcOrd="1" destOrd="0" presId="urn:microsoft.com/office/officeart/2005/8/layout/hierarchy3"/>
    <dgm:cxn modelId="{72CCD218-74A7-4249-81AC-B7ABD1277968}" type="presParOf" srcId="{5BDC5A58-EC08-4122-8813-4021B6E592C4}" destId="{1B180718-548A-4C43-8134-DB1997EECE2B}" srcOrd="1" destOrd="0" presId="urn:microsoft.com/office/officeart/2005/8/layout/hierarchy3"/>
    <dgm:cxn modelId="{7948FA0D-0690-4FC8-8AAD-021F06F94F52}" type="presParOf" srcId="{1B180718-548A-4C43-8134-DB1997EECE2B}" destId="{9FAEF1D6-14B1-4FDC-9B14-636F7F5F835A}" srcOrd="0" destOrd="0" presId="urn:microsoft.com/office/officeart/2005/8/layout/hierarchy3"/>
    <dgm:cxn modelId="{226176AC-195B-4DA3-A76E-0B17D299C6AD}" type="presParOf" srcId="{1B180718-548A-4C43-8134-DB1997EECE2B}" destId="{639A1113-ACA1-4C17-A219-82FF85D9968B}" srcOrd="1" destOrd="0" presId="urn:microsoft.com/office/officeart/2005/8/layout/hierarchy3"/>
    <dgm:cxn modelId="{65C83B07-E7D2-484A-B422-261F679561E7}" type="presParOf" srcId="{1B180718-548A-4C43-8134-DB1997EECE2B}" destId="{835F977D-CFA3-4AB3-8A21-DD01645AF91A}" srcOrd="2" destOrd="0" presId="urn:microsoft.com/office/officeart/2005/8/layout/hierarchy3"/>
    <dgm:cxn modelId="{B8E04599-1CA9-4392-AE85-D6B14ED24B8C}" type="presParOf" srcId="{1B180718-548A-4C43-8134-DB1997EECE2B}" destId="{F54EB620-79F0-409B-BBFB-7BA8996C8915}" srcOrd="3" destOrd="0" presId="urn:microsoft.com/office/officeart/2005/8/layout/hierarchy3"/>
    <dgm:cxn modelId="{DB41C92D-9891-44E1-84AC-016C05E5142F}" type="presParOf" srcId="{53128259-5CC6-4F3C-A7B8-75AEE189A091}" destId="{3B3A71E2-89DD-4767-9933-F44B594E3A75}" srcOrd="4" destOrd="0" presId="urn:microsoft.com/office/officeart/2005/8/layout/hierarchy3"/>
    <dgm:cxn modelId="{E407F81D-287E-4900-9416-B25CF75060CE}" type="presParOf" srcId="{3B3A71E2-89DD-4767-9933-F44B594E3A75}" destId="{A05E182B-DD89-496E-B40C-D0E8FB7C4016}" srcOrd="0" destOrd="0" presId="urn:microsoft.com/office/officeart/2005/8/layout/hierarchy3"/>
    <dgm:cxn modelId="{B996D8DC-A36B-4839-AD8A-5C572FE94A4D}" type="presParOf" srcId="{A05E182B-DD89-496E-B40C-D0E8FB7C4016}" destId="{3245FF16-4EC6-4B4D-B88D-6D82CEC62AB1}" srcOrd="0" destOrd="0" presId="urn:microsoft.com/office/officeart/2005/8/layout/hierarchy3"/>
    <dgm:cxn modelId="{50E33E80-AD68-4D38-80C3-C47653F586C6}" type="presParOf" srcId="{A05E182B-DD89-496E-B40C-D0E8FB7C4016}" destId="{CF255258-53B4-4AF3-BB96-76AE184F1965}" srcOrd="1" destOrd="0" presId="urn:microsoft.com/office/officeart/2005/8/layout/hierarchy3"/>
    <dgm:cxn modelId="{547DBCD0-8A6F-4C17-9C15-D096F2336535}" type="presParOf" srcId="{3B3A71E2-89DD-4767-9933-F44B594E3A75}" destId="{E3D07798-6C26-4282-85B2-918CB53B1EA0}" srcOrd="1" destOrd="0" presId="urn:microsoft.com/office/officeart/2005/8/layout/hierarchy3"/>
    <dgm:cxn modelId="{FEFA8313-B9F7-4E7E-B698-1C5301BC012A}" type="presParOf" srcId="{E3D07798-6C26-4282-85B2-918CB53B1EA0}" destId="{48C2F4FF-A152-40A5-999A-BF75601A7771}" srcOrd="0" destOrd="0" presId="urn:microsoft.com/office/officeart/2005/8/layout/hierarchy3"/>
    <dgm:cxn modelId="{881DDA0D-002B-462D-8A77-A87CF1C2AD34}" type="presParOf" srcId="{E3D07798-6C26-4282-85B2-918CB53B1EA0}" destId="{A70D30FF-1059-4293-B3DB-F53CF240C097}" srcOrd="1" destOrd="0" presId="urn:microsoft.com/office/officeart/2005/8/layout/hierarchy3"/>
    <dgm:cxn modelId="{3E944EC5-2E90-4B08-8C83-AD5246BD7B8A}" type="presParOf" srcId="{53128259-5CC6-4F3C-A7B8-75AEE189A091}" destId="{6A104E05-6292-4138-AF3C-93AC205D17C3}" srcOrd="5" destOrd="0" presId="urn:microsoft.com/office/officeart/2005/8/layout/hierarchy3"/>
    <dgm:cxn modelId="{9A564819-C51F-4F67-9BD9-374F73090308}" type="presParOf" srcId="{6A104E05-6292-4138-AF3C-93AC205D17C3}" destId="{F6314926-94B8-412F-A1D9-0B39822AC615}" srcOrd="0" destOrd="0" presId="urn:microsoft.com/office/officeart/2005/8/layout/hierarchy3"/>
    <dgm:cxn modelId="{36BE4603-6710-44B8-9D97-B05001FD6B8A}" type="presParOf" srcId="{F6314926-94B8-412F-A1D9-0B39822AC615}" destId="{CF45CAE6-BAC0-4A57-A41A-330A68CA350A}" srcOrd="0" destOrd="0" presId="urn:microsoft.com/office/officeart/2005/8/layout/hierarchy3"/>
    <dgm:cxn modelId="{C34EE59D-3DCD-4D39-8824-E135419E577F}" type="presParOf" srcId="{F6314926-94B8-412F-A1D9-0B39822AC615}" destId="{2A6D7979-74E1-4474-989A-AD206220D091}" srcOrd="1" destOrd="0" presId="urn:microsoft.com/office/officeart/2005/8/layout/hierarchy3"/>
    <dgm:cxn modelId="{EC0E05EF-7DE7-4963-A649-5C03CEC0D620}" type="presParOf" srcId="{6A104E05-6292-4138-AF3C-93AC205D17C3}" destId="{FF178FE7-8F6B-4649-9850-E5B9EFA6A1FE}" srcOrd="1" destOrd="0" presId="urn:microsoft.com/office/officeart/2005/8/layout/hierarchy3"/>
    <dgm:cxn modelId="{FED76275-D71A-43E7-9F22-C7ACB40EB577}" type="presParOf" srcId="{FF178FE7-8F6B-4649-9850-E5B9EFA6A1FE}" destId="{404F076F-A1FC-4121-B142-6F7989043D85}" srcOrd="0" destOrd="0" presId="urn:microsoft.com/office/officeart/2005/8/layout/hierarchy3"/>
    <dgm:cxn modelId="{6671FB0C-8447-48E3-A0C4-A20CAD5C19C0}" type="presParOf" srcId="{FF178FE7-8F6B-4649-9850-E5B9EFA6A1FE}" destId="{C31C5C07-6CF9-438B-B23A-6A8CAEB45FCE}" srcOrd="1" destOrd="0" presId="urn:microsoft.com/office/officeart/2005/8/layout/hierarchy3"/>
    <dgm:cxn modelId="{901B37DA-30C5-4EB3-AF17-D9F86C58E787}" type="presParOf" srcId="{FF178FE7-8F6B-4649-9850-E5B9EFA6A1FE}" destId="{5E91A822-8F7B-420D-97BD-8F9A99D22DBE}" srcOrd="2" destOrd="0" presId="urn:microsoft.com/office/officeart/2005/8/layout/hierarchy3"/>
    <dgm:cxn modelId="{FE2440E1-147B-431E-9FA0-0D126D731120}" type="presParOf" srcId="{FF178FE7-8F6B-4649-9850-E5B9EFA6A1FE}" destId="{B39268CF-2792-41B8-8D57-EA0D3A8D437B}" srcOrd="3" destOrd="0" presId="urn:microsoft.com/office/officeart/2005/8/layout/hierarchy3"/>
    <dgm:cxn modelId="{95E15F52-D2E8-4D6D-8013-1B45F32A1C80}" type="presParOf" srcId="{FF178FE7-8F6B-4649-9850-E5B9EFA6A1FE}" destId="{63555703-F1BA-4F46-87E4-1A69DE0865A3}" srcOrd="4" destOrd="0" presId="urn:microsoft.com/office/officeart/2005/8/layout/hierarchy3"/>
    <dgm:cxn modelId="{B4DCA740-C0C8-4943-9032-6D7F55C62E4E}" type="presParOf" srcId="{FF178FE7-8F6B-4649-9850-E5B9EFA6A1FE}" destId="{CE2F0F3A-A8CF-40CB-85FA-B0B2E70C6354}" srcOrd="5" destOrd="0" presId="urn:microsoft.com/office/officeart/2005/8/layout/hierarchy3"/>
    <dgm:cxn modelId="{D92C2E27-BF64-4D84-BDE1-BDB1B7EA0D22}" type="presParOf" srcId="{FF178FE7-8F6B-4649-9850-E5B9EFA6A1FE}" destId="{9CA892B8-E06C-463F-B07B-52D63B59BEBC}" srcOrd="6" destOrd="0" presId="urn:microsoft.com/office/officeart/2005/8/layout/hierarchy3"/>
    <dgm:cxn modelId="{16A26896-D90D-48D8-B96B-E6B5CD4DF0A6}" type="presParOf" srcId="{FF178FE7-8F6B-4649-9850-E5B9EFA6A1FE}" destId="{18821571-D1E0-4BDA-91E4-32E053D326B4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EC2E68-B18D-493D-9B02-08F238ECA80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A168FC0-AB6D-47E1-B839-80A37A177A63}">
      <dgm:prSet/>
      <dgm:spPr/>
      <dgm:t>
        <a:bodyPr/>
        <a:lstStyle/>
        <a:p>
          <a:r>
            <a:rPr lang="en-IN" b="0" dirty="0"/>
            <a:t>Test Runners</a:t>
          </a:r>
        </a:p>
      </dgm:t>
    </dgm:pt>
    <dgm:pt modelId="{A20CA058-5C94-452A-B1D2-4727022A9FFC}" type="parTrans" cxnId="{46F9922D-038E-4D11-A6AB-B5D308E215AB}">
      <dgm:prSet/>
      <dgm:spPr/>
      <dgm:t>
        <a:bodyPr/>
        <a:lstStyle/>
        <a:p>
          <a:endParaRPr lang="en-IN"/>
        </a:p>
      </dgm:t>
    </dgm:pt>
    <dgm:pt modelId="{4746376B-A2B4-4CDF-AE4A-8C0190B357AD}" type="sibTrans" cxnId="{46F9922D-038E-4D11-A6AB-B5D308E215AB}">
      <dgm:prSet/>
      <dgm:spPr/>
      <dgm:t>
        <a:bodyPr/>
        <a:lstStyle/>
        <a:p>
          <a:endParaRPr lang="en-IN"/>
        </a:p>
      </dgm:t>
    </dgm:pt>
    <dgm:pt modelId="{703B2F76-C95B-48B4-A752-3A3F04C11BDF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/>
            <a:t>TestNG</a:t>
          </a:r>
        </a:p>
      </dgm:t>
    </dgm:pt>
    <dgm:pt modelId="{5E93C828-70A2-4563-B11B-E02EB9608706}" type="parTrans" cxnId="{60EC0B6D-1CAF-4616-8EB4-52D91DEADA60}">
      <dgm:prSet/>
      <dgm:spPr/>
      <dgm:t>
        <a:bodyPr/>
        <a:lstStyle/>
        <a:p>
          <a:endParaRPr lang="en-IN"/>
        </a:p>
      </dgm:t>
    </dgm:pt>
    <dgm:pt modelId="{8214A88B-6789-4D93-99B8-77A6CCCF856E}" type="sibTrans" cxnId="{60EC0B6D-1CAF-4616-8EB4-52D91DEADA60}">
      <dgm:prSet/>
      <dgm:spPr/>
      <dgm:t>
        <a:bodyPr/>
        <a:lstStyle/>
        <a:p>
          <a:endParaRPr lang="en-IN"/>
        </a:p>
      </dgm:t>
    </dgm:pt>
    <dgm:pt modelId="{CC6D031D-4DEA-4BF6-8834-E5BDE78AEA25}">
      <dgm:prSet/>
      <dgm:spPr/>
      <dgm:t>
        <a:bodyPr/>
        <a:lstStyle/>
        <a:p>
          <a:r>
            <a:rPr lang="en-IN"/>
            <a:t>Junit</a:t>
          </a:r>
        </a:p>
      </dgm:t>
    </dgm:pt>
    <dgm:pt modelId="{F2DC66FA-5D9F-4C57-83FA-9600DAEE4652}" type="parTrans" cxnId="{8EA32AFA-0526-4493-84B0-2FDE203EDB79}">
      <dgm:prSet/>
      <dgm:spPr/>
      <dgm:t>
        <a:bodyPr/>
        <a:lstStyle/>
        <a:p>
          <a:endParaRPr lang="en-IN"/>
        </a:p>
      </dgm:t>
    </dgm:pt>
    <dgm:pt modelId="{9B26356D-B20F-4266-9E25-4A0D6DFC23EB}" type="sibTrans" cxnId="{8EA32AFA-0526-4493-84B0-2FDE203EDB79}">
      <dgm:prSet/>
      <dgm:spPr/>
      <dgm:t>
        <a:bodyPr/>
        <a:lstStyle/>
        <a:p>
          <a:endParaRPr lang="en-IN"/>
        </a:p>
      </dgm:t>
    </dgm:pt>
    <dgm:pt modelId="{B7468F0F-576D-4FB2-9397-3E1E3C64E571}">
      <dgm:prSet/>
      <dgm:spPr/>
      <dgm:t>
        <a:bodyPr/>
        <a:lstStyle/>
        <a:p>
          <a:r>
            <a:rPr lang="en-IN" b="0" dirty="0"/>
            <a:t>Reporting Libraries</a:t>
          </a:r>
        </a:p>
      </dgm:t>
    </dgm:pt>
    <dgm:pt modelId="{3E855BCB-F84E-44C4-A443-0AEF91769CF7}" type="parTrans" cxnId="{3E56CD5A-1158-466D-A156-243989828D3E}">
      <dgm:prSet/>
      <dgm:spPr/>
      <dgm:t>
        <a:bodyPr/>
        <a:lstStyle/>
        <a:p>
          <a:endParaRPr lang="en-IN"/>
        </a:p>
      </dgm:t>
    </dgm:pt>
    <dgm:pt modelId="{A4DEBAFC-522E-4B63-BA3E-BCB88D85AEDF}" type="sibTrans" cxnId="{3E56CD5A-1158-466D-A156-243989828D3E}">
      <dgm:prSet/>
      <dgm:spPr/>
      <dgm:t>
        <a:bodyPr/>
        <a:lstStyle/>
        <a:p>
          <a:endParaRPr lang="en-IN"/>
        </a:p>
      </dgm:t>
    </dgm:pt>
    <dgm:pt modelId="{1087A4F9-2682-46B4-900F-CDDE279742BB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/>
            <a:t>Extent</a:t>
          </a:r>
        </a:p>
      </dgm:t>
    </dgm:pt>
    <dgm:pt modelId="{D1533490-6755-452A-90DB-293C03EB1CE1}" type="parTrans" cxnId="{A5A029D9-05CD-4CE9-9BF0-57A29E9C1935}">
      <dgm:prSet/>
      <dgm:spPr/>
      <dgm:t>
        <a:bodyPr/>
        <a:lstStyle/>
        <a:p>
          <a:endParaRPr lang="en-IN"/>
        </a:p>
      </dgm:t>
    </dgm:pt>
    <dgm:pt modelId="{B39594D9-A0A6-4F1D-9F72-8A78346C6C8E}" type="sibTrans" cxnId="{A5A029D9-05CD-4CE9-9BF0-57A29E9C1935}">
      <dgm:prSet/>
      <dgm:spPr/>
      <dgm:t>
        <a:bodyPr/>
        <a:lstStyle/>
        <a:p>
          <a:endParaRPr lang="en-IN"/>
        </a:p>
      </dgm:t>
    </dgm:pt>
    <dgm:pt modelId="{2889673C-2E55-4303-96AD-8B982FF808C2}">
      <dgm:prSet/>
      <dgm:spPr/>
      <dgm:t>
        <a:bodyPr/>
        <a:lstStyle/>
        <a:p>
          <a:r>
            <a:rPr lang="en-IN" dirty="0"/>
            <a:t>Allure</a:t>
          </a:r>
        </a:p>
      </dgm:t>
    </dgm:pt>
    <dgm:pt modelId="{BC0429AB-2DA5-4545-B31F-910956F43BE9}" type="parTrans" cxnId="{63228A8F-4F43-46D6-9F7C-42CB591140A1}">
      <dgm:prSet/>
      <dgm:spPr/>
      <dgm:t>
        <a:bodyPr/>
        <a:lstStyle/>
        <a:p>
          <a:endParaRPr lang="en-IN"/>
        </a:p>
      </dgm:t>
    </dgm:pt>
    <dgm:pt modelId="{899CE4FC-7C8F-47F0-99D7-A73EA1A6903C}" type="sibTrans" cxnId="{63228A8F-4F43-46D6-9F7C-42CB591140A1}">
      <dgm:prSet/>
      <dgm:spPr/>
      <dgm:t>
        <a:bodyPr/>
        <a:lstStyle/>
        <a:p>
          <a:endParaRPr lang="en-IN"/>
        </a:p>
      </dgm:t>
    </dgm:pt>
    <dgm:pt modelId="{95FA2D25-1613-402E-A66D-ACB4DB08DE65}">
      <dgm:prSet/>
      <dgm:spPr/>
      <dgm:t>
        <a:bodyPr/>
        <a:lstStyle/>
        <a:p>
          <a:r>
            <a:rPr lang="en-IN" b="0" dirty="0" err="1"/>
            <a:t>TestData</a:t>
          </a:r>
          <a:endParaRPr lang="en-IN" b="0" dirty="0"/>
        </a:p>
      </dgm:t>
    </dgm:pt>
    <dgm:pt modelId="{8870D7C8-3CB5-4FA5-A73B-13066ABBB3F4}" type="parTrans" cxnId="{0229D15E-4B13-44E7-BAB9-10E8DFCDCF34}">
      <dgm:prSet/>
      <dgm:spPr/>
      <dgm:t>
        <a:bodyPr/>
        <a:lstStyle/>
        <a:p>
          <a:endParaRPr lang="en-IN"/>
        </a:p>
      </dgm:t>
    </dgm:pt>
    <dgm:pt modelId="{351411F5-1EAF-47D3-BAA0-BD2AC8318B10}" type="sibTrans" cxnId="{0229D15E-4B13-44E7-BAB9-10E8DFCDCF34}">
      <dgm:prSet/>
      <dgm:spPr/>
      <dgm:t>
        <a:bodyPr/>
        <a:lstStyle/>
        <a:p>
          <a:endParaRPr lang="en-IN"/>
        </a:p>
      </dgm:t>
    </dgm:pt>
    <dgm:pt modelId="{2A1F0CD3-B20E-40A7-B6EE-B69E1C9C114F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 dirty="0"/>
            <a:t>Excel</a:t>
          </a:r>
        </a:p>
      </dgm:t>
    </dgm:pt>
    <dgm:pt modelId="{7E0DB640-F0D5-44D3-8032-3598C48041AC}" type="parTrans" cxnId="{7479AEEC-0DF8-4402-BDE0-E0E97CD38299}">
      <dgm:prSet/>
      <dgm:spPr/>
      <dgm:t>
        <a:bodyPr/>
        <a:lstStyle/>
        <a:p>
          <a:endParaRPr lang="en-IN"/>
        </a:p>
      </dgm:t>
    </dgm:pt>
    <dgm:pt modelId="{1B353708-01AD-4D44-B834-0647383A8754}" type="sibTrans" cxnId="{7479AEEC-0DF8-4402-BDE0-E0E97CD38299}">
      <dgm:prSet/>
      <dgm:spPr/>
      <dgm:t>
        <a:bodyPr/>
        <a:lstStyle/>
        <a:p>
          <a:endParaRPr lang="en-IN"/>
        </a:p>
      </dgm:t>
    </dgm:pt>
    <dgm:pt modelId="{32AA8390-7054-483E-91E4-2C6A129AADCC}">
      <dgm:prSet/>
      <dgm:spPr/>
      <dgm:t>
        <a:bodyPr/>
        <a:lstStyle/>
        <a:p>
          <a:r>
            <a:rPr lang="en-IN" b="0" dirty="0"/>
            <a:t>CSV</a:t>
          </a:r>
          <a:endParaRPr lang="en-IN" dirty="0"/>
        </a:p>
      </dgm:t>
    </dgm:pt>
    <dgm:pt modelId="{69EE4CA0-2E84-4874-95A3-B52A66C5BF64}" type="parTrans" cxnId="{5EE82250-3600-4E08-8010-74BD95252377}">
      <dgm:prSet/>
      <dgm:spPr/>
      <dgm:t>
        <a:bodyPr/>
        <a:lstStyle/>
        <a:p>
          <a:endParaRPr lang="en-IN"/>
        </a:p>
      </dgm:t>
    </dgm:pt>
    <dgm:pt modelId="{D33C7AAA-56A5-4E66-8FC5-AFF45DCFC1FD}" type="sibTrans" cxnId="{5EE82250-3600-4E08-8010-74BD95252377}">
      <dgm:prSet/>
      <dgm:spPr/>
      <dgm:t>
        <a:bodyPr/>
        <a:lstStyle/>
        <a:p>
          <a:endParaRPr lang="en-IN"/>
        </a:p>
      </dgm:t>
    </dgm:pt>
    <dgm:pt modelId="{124CD981-964B-4507-95DD-692F2558E17F}">
      <dgm:prSet/>
      <dgm:spPr/>
      <dgm:t>
        <a:bodyPr/>
        <a:lstStyle/>
        <a:p>
          <a:r>
            <a:rPr lang="en-US" b="0" dirty="0"/>
            <a:t>Frameworks</a:t>
          </a:r>
          <a:endParaRPr lang="en-IN" b="0" dirty="0"/>
        </a:p>
      </dgm:t>
    </dgm:pt>
    <dgm:pt modelId="{C9351449-E153-47F3-BACE-F0422E9D4C9F}" type="parTrans" cxnId="{D143462D-3D2A-43A7-A8FB-4AF2279CD0D7}">
      <dgm:prSet/>
      <dgm:spPr/>
      <dgm:t>
        <a:bodyPr/>
        <a:lstStyle/>
        <a:p>
          <a:endParaRPr lang="en-IN"/>
        </a:p>
      </dgm:t>
    </dgm:pt>
    <dgm:pt modelId="{A9FF18AA-2702-40C9-AA33-D3DE5903C26A}" type="sibTrans" cxnId="{D143462D-3D2A-43A7-A8FB-4AF2279CD0D7}">
      <dgm:prSet/>
      <dgm:spPr/>
      <dgm:t>
        <a:bodyPr/>
        <a:lstStyle/>
        <a:p>
          <a:endParaRPr lang="en-IN"/>
        </a:p>
      </dgm:t>
    </dgm:pt>
    <dgm:pt modelId="{C3475499-5C3F-429E-8D18-639748175099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b="0" dirty="0"/>
            <a:t>Selenium 4.0</a:t>
          </a:r>
          <a:endParaRPr lang="en-IN" b="0" dirty="0"/>
        </a:p>
      </dgm:t>
    </dgm:pt>
    <dgm:pt modelId="{049A5DFE-3D3B-41BC-AC58-95A68578D621}" type="parTrans" cxnId="{F6973A31-8B97-47DB-B532-F34C98D186C0}">
      <dgm:prSet/>
      <dgm:spPr/>
      <dgm:t>
        <a:bodyPr/>
        <a:lstStyle/>
        <a:p>
          <a:endParaRPr lang="en-IN"/>
        </a:p>
      </dgm:t>
    </dgm:pt>
    <dgm:pt modelId="{6AFAD6A2-5373-4C51-92B4-0824679743CB}" type="sibTrans" cxnId="{F6973A31-8B97-47DB-B532-F34C98D186C0}">
      <dgm:prSet/>
      <dgm:spPr/>
      <dgm:t>
        <a:bodyPr/>
        <a:lstStyle/>
        <a:p>
          <a:endParaRPr lang="en-IN"/>
        </a:p>
      </dgm:t>
    </dgm:pt>
    <dgm:pt modelId="{2393479A-691F-4EA1-9E13-FD3EF0078E20}">
      <dgm:prSet/>
      <dgm:spPr/>
      <dgm:t>
        <a:bodyPr/>
        <a:lstStyle/>
        <a:p>
          <a:r>
            <a:rPr lang="en-US" b="0" dirty="0"/>
            <a:t>Cucumber</a:t>
          </a:r>
          <a:endParaRPr lang="en-IN" b="0" dirty="0"/>
        </a:p>
      </dgm:t>
    </dgm:pt>
    <dgm:pt modelId="{B5960B41-2B58-4BD5-9C9A-A2D724398ADB}" type="parTrans" cxnId="{F7EB8E98-065E-43DA-B393-953FDDE82478}">
      <dgm:prSet/>
      <dgm:spPr/>
      <dgm:t>
        <a:bodyPr/>
        <a:lstStyle/>
        <a:p>
          <a:endParaRPr lang="en-IN"/>
        </a:p>
      </dgm:t>
    </dgm:pt>
    <dgm:pt modelId="{77E36A66-1F05-4EB9-AA89-CE839F3EF99F}" type="sibTrans" cxnId="{F7EB8E98-065E-43DA-B393-953FDDE82478}">
      <dgm:prSet/>
      <dgm:spPr/>
      <dgm:t>
        <a:bodyPr/>
        <a:lstStyle/>
        <a:p>
          <a:endParaRPr lang="en-IN"/>
        </a:p>
      </dgm:t>
    </dgm:pt>
    <dgm:pt modelId="{7B632046-861B-4AA9-AE52-79E0B3267EB7}">
      <dgm:prSet/>
      <dgm:spPr/>
      <dgm:t>
        <a:bodyPr/>
        <a:lstStyle/>
        <a:p>
          <a:r>
            <a:rPr lang="en-US" b="0" dirty="0"/>
            <a:t>Protractor</a:t>
          </a:r>
          <a:endParaRPr lang="en-IN" b="0" dirty="0"/>
        </a:p>
      </dgm:t>
    </dgm:pt>
    <dgm:pt modelId="{BA88F970-FD4A-4901-AF4D-0CE835B60478}" type="parTrans" cxnId="{BC63DA92-2130-4422-9A68-26FDC6345E50}">
      <dgm:prSet/>
      <dgm:spPr/>
      <dgm:t>
        <a:bodyPr/>
        <a:lstStyle/>
        <a:p>
          <a:endParaRPr lang="en-IN"/>
        </a:p>
      </dgm:t>
    </dgm:pt>
    <dgm:pt modelId="{19313102-AEFF-4A8D-B6F0-09E1D963E3EE}" type="sibTrans" cxnId="{BC63DA92-2130-4422-9A68-26FDC6345E50}">
      <dgm:prSet/>
      <dgm:spPr/>
      <dgm:t>
        <a:bodyPr/>
        <a:lstStyle/>
        <a:p>
          <a:endParaRPr lang="en-IN"/>
        </a:p>
      </dgm:t>
    </dgm:pt>
    <dgm:pt modelId="{04CF912E-0739-417E-905E-F1E73BBFC30E}">
      <dgm:prSet/>
      <dgm:spPr/>
      <dgm:t>
        <a:bodyPr/>
        <a:lstStyle/>
        <a:p>
          <a:r>
            <a:rPr lang="en-US" b="0" dirty="0"/>
            <a:t>Playwright</a:t>
          </a:r>
          <a:endParaRPr lang="en-IN" b="0" dirty="0"/>
        </a:p>
      </dgm:t>
    </dgm:pt>
    <dgm:pt modelId="{C6621E02-EB53-4264-980C-A4365649BA70}" type="parTrans" cxnId="{595BF008-65D9-4F94-BAC6-4EAFC0D33960}">
      <dgm:prSet/>
      <dgm:spPr/>
      <dgm:t>
        <a:bodyPr/>
        <a:lstStyle/>
        <a:p>
          <a:endParaRPr lang="en-IN"/>
        </a:p>
      </dgm:t>
    </dgm:pt>
    <dgm:pt modelId="{7A596658-7B42-4B72-A27D-5A2ACA486ED8}" type="sibTrans" cxnId="{595BF008-65D9-4F94-BAC6-4EAFC0D33960}">
      <dgm:prSet/>
      <dgm:spPr/>
      <dgm:t>
        <a:bodyPr/>
        <a:lstStyle/>
        <a:p>
          <a:endParaRPr lang="en-IN"/>
        </a:p>
      </dgm:t>
    </dgm:pt>
    <dgm:pt modelId="{8328DEF9-A8A3-41C3-9F20-0A8721784C5D}">
      <dgm:prSet/>
      <dgm:spPr/>
      <dgm:t>
        <a:bodyPr/>
        <a:lstStyle/>
        <a:p>
          <a:r>
            <a:rPr lang="en-US" b="0" dirty="0"/>
            <a:t>Cypress</a:t>
          </a:r>
          <a:endParaRPr lang="en-IN" b="0" dirty="0"/>
        </a:p>
      </dgm:t>
    </dgm:pt>
    <dgm:pt modelId="{27AEB688-D50F-4F28-80CD-A979170C7E49}" type="parTrans" cxnId="{0F08EAE4-6AA0-42AD-B26D-9564E53A8D2D}">
      <dgm:prSet/>
      <dgm:spPr/>
      <dgm:t>
        <a:bodyPr/>
        <a:lstStyle/>
        <a:p>
          <a:endParaRPr lang="en-IN"/>
        </a:p>
      </dgm:t>
    </dgm:pt>
    <dgm:pt modelId="{8EF82316-96C3-4318-BE24-41EE39F8826E}" type="sibTrans" cxnId="{0F08EAE4-6AA0-42AD-B26D-9564E53A8D2D}">
      <dgm:prSet/>
      <dgm:spPr/>
      <dgm:t>
        <a:bodyPr/>
        <a:lstStyle/>
        <a:p>
          <a:endParaRPr lang="en-IN"/>
        </a:p>
      </dgm:t>
    </dgm:pt>
    <dgm:pt modelId="{BA9D300A-8A1B-4FF9-998B-CC6BC9A8E68C}">
      <dgm:prSet/>
      <dgm:spPr/>
      <dgm:t>
        <a:bodyPr/>
        <a:lstStyle/>
        <a:p>
          <a:r>
            <a:rPr lang="en-US" b="0" dirty="0"/>
            <a:t>Design Patterns </a:t>
          </a:r>
          <a:endParaRPr lang="en-IN" b="0" dirty="0"/>
        </a:p>
      </dgm:t>
    </dgm:pt>
    <dgm:pt modelId="{D606104F-2220-4723-A2D1-933F5043E59C}" type="parTrans" cxnId="{5A67EB3B-E729-4387-839F-40A44F53749F}">
      <dgm:prSet/>
      <dgm:spPr/>
      <dgm:t>
        <a:bodyPr/>
        <a:lstStyle/>
        <a:p>
          <a:endParaRPr lang="en-IN"/>
        </a:p>
      </dgm:t>
    </dgm:pt>
    <dgm:pt modelId="{4E0F0A75-09F7-4BE3-A558-A9E49BEC0E62}" type="sibTrans" cxnId="{5A67EB3B-E729-4387-839F-40A44F53749F}">
      <dgm:prSet/>
      <dgm:spPr/>
      <dgm:t>
        <a:bodyPr/>
        <a:lstStyle/>
        <a:p>
          <a:endParaRPr lang="en-IN"/>
        </a:p>
      </dgm:t>
    </dgm:pt>
    <dgm:pt modelId="{9214A9DD-F01D-40B5-A163-DD72041E6646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dirty="0"/>
            <a:t>POM</a:t>
          </a:r>
          <a:endParaRPr lang="en-IN" dirty="0"/>
        </a:p>
      </dgm:t>
    </dgm:pt>
    <dgm:pt modelId="{45DA0287-BA0B-4D8B-85B8-083BA0863126}" type="parTrans" cxnId="{9835EED8-B6F3-4B05-AB26-A93A746DE345}">
      <dgm:prSet/>
      <dgm:spPr/>
      <dgm:t>
        <a:bodyPr/>
        <a:lstStyle/>
        <a:p>
          <a:endParaRPr lang="en-IN"/>
        </a:p>
      </dgm:t>
    </dgm:pt>
    <dgm:pt modelId="{46CE4D75-1135-4D89-8461-D6CE0BD14F1B}" type="sibTrans" cxnId="{9835EED8-B6F3-4B05-AB26-A93A746DE345}">
      <dgm:prSet/>
      <dgm:spPr/>
      <dgm:t>
        <a:bodyPr/>
        <a:lstStyle/>
        <a:p>
          <a:endParaRPr lang="en-IN"/>
        </a:p>
      </dgm:t>
    </dgm:pt>
    <dgm:pt modelId="{90278234-66C9-4228-9FE9-B65F312744D4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dirty="0"/>
            <a:t>Page Factory</a:t>
          </a:r>
          <a:endParaRPr lang="en-IN" dirty="0"/>
        </a:p>
      </dgm:t>
    </dgm:pt>
    <dgm:pt modelId="{95441941-921D-46D5-B70D-1CE67E689954}" type="parTrans" cxnId="{4DB31DF7-1358-4209-AEE8-F18EA3C98740}">
      <dgm:prSet/>
      <dgm:spPr/>
      <dgm:t>
        <a:bodyPr/>
        <a:lstStyle/>
        <a:p>
          <a:endParaRPr lang="en-IN"/>
        </a:p>
      </dgm:t>
    </dgm:pt>
    <dgm:pt modelId="{AD189F9C-7CD4-49FE-8209-BE24232B82FA}" type="sibTrans" cxnId="{4DB31DF7-1358-4209-AEE8-F18EA3C98740}">
      <dgm:prSet/>
      <dgm:spPr/>
      <dgm:t>
        <a:bodyPr/>
        <a:lstStyle/>
        <a:p>
          <a:endParaRPr lang="en-IN"/>
        </a:p>
      </dgm:t>
    </dgm:pt>
    <dgm:pt modelId="{AE132768-96CF-406C-8488-77825742B0EC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IN" dirty="0"/>
            <a:t>Singleton </a:t>
          </a:r>
        </a:p>
      </dgm:t>
    </dgm:pt>
    <dgm:pt modelId="{8674634B-4B26-4EB9-B164-00F71DC91690}" type="parTrans" cxnId="{2205651A-5B5D-4911-9AC0-F36620366973}">
      <dgm:prSet/>
      <dgm:spPr/>
      <dgm:t>
        <a:bodyPr/>
        <a:lstStyle/>
        <a:p>
          <a:endParaRPr lang="en-IN"/>
        </a:p>
      </dgm:t>
    </dgm:pt>
    <dgm:pt modelId="{8E28B794-461D-4FAD-B6DD-F5364034CA36}" type="sibTrans" cxnId="{2205651A-5B5D-4911-9AC0-F36620366973}">
      <dgm:prSet/>
      <dgm:spPr/>
      <dgm:t>
        <a:bodyPr/>
        <a:lstStyle/>
        <a:p>
          <a:endParaRPr lang="en-IN"/>
        </a:p>
      </dgm:t>
    </dgm:pt>
    <dgm:pt modelId="{1D1A2299-A920-4324-A9CB-ACECA4DA9350}">
      <dgm:prSet/>
      <dgm:spPr/>
      <dgm:t>
        <a:bodyPr/>
        <a:lstStyle/>
        <a:p>
          <a:r>
            <a:rPr lang="en-US" dirty="0"/>
            <a:t>XML</a:t>
          </a:r>
          <a:endParaRPr lang="en-IN" dirty="0"/>
        </a:p>
      </dgm:t>
    </dgm:pt>
    <dgm:pt modelId="{FD37859B-31EA-4A7A-A5C2-33DE3CCF2163}" type="parTrans" cxnId="{DDF8ADD8-F700-4E24-9AC3-11BFAB7B5DC9}">
      <dgm:prSet/>
      <dgm:spPr/>
      <dgm:t>
        <a:bodyPr/>
        <a:lstStyle/>
        <a:p>
          <a:endParaRPr lang="en-IN"/>
        </a:p>
      </dgm:t>
    </dgm:pt>
    <dgm:pt modelId="{F2970E4A-B4CF-47B7-AEF8-195F8DC66457}" type="sibTrans" cxnId="{DDF8ADD8-F700-4E24-9AC3-11BFAB7B5DC9}">
      <dgm:prSet/>
      <dgm:spPr/>
      <dgm:t>
        <a:bodyPr/>
        <a:lstStyle/>
        <a:p>
          <a:endParaRPr lang="en-IN"/>
        </a:p>
      </dgm:t>
    </dgm:pt>
    <dgm:pt modelId="{79B1B898-D400-495E-A16B-8AB2D3CF24A8}">
      <dgm:prSet/>
      <dgm:spPr/>
      <dgm:t>
        <a:bodyPr/>
        <a:lstStyle/>
        <a:p>
          <a:r>
            <a:rPr lang="en-US" dirty="0"/>
            <a:t>JSON</a:t>
          </a:r>
          <a:endParaRPr lang="en-IN" dirty="0"/>
        </a:p>
      </dgm:t>
    </dgm:pt>
    <dgm:pt modelId="{26E26B31-F48C-4C16-9A22-2219FA339F5D}" type="parTrans" cxnId="{7AE7C7F3-F860-4A03-8885-9D494843CEC2}">
      <dgm:prSet/>
      <dgm:spPr/>
      <dgm:t>
        <a:bodyPr/>
        <a:lstStyle/>
        <a:p>
          <a:endParaRPr lang="en-IN"/>
        </a:p>
      </dgm:t>
    </dgm:pt>
    <dgm:pt modelId="{F50CDD6C-7AE5-43D1-B645-91C3F69D28B2}" type="sibTrans" cxnId="{7AE7C7F3-F860-4A03-8885-9D494843CEC2}">
      <dgm:prSet/>
      <dgm:spPr/>
      <dgm:t>
        <a:bodyPr/>
        <a:lstStyle/>
        <a:p>
          <a:endParaRPr lang="en-IN"/>
        </a:p>
      </dgm:t>
    </dgm:pt>
    <dgm:pt modelId="{1011F63F-B3DA-4ADB-9096-5FEEDBE8EBF6}">
      <dgm:prSet/>
      <dgm:spPr/>
      <dgm:t>
        <a:bodyPr/>
        <a:lstStyle/>
        <a:p>
          <a:r>
            <a:rPr lang="en-US" dirty="0"/>
            <a:t>Logging Libraries</a:t>
          </a:r>
          <a:endParaRPr lang="en-IN" dirty="0"/>
        </a:p>
      </dgm:t>
    </dgm:pt>
    <dgm:pt modelId="{551CF8C9-33D4-4D7A-9EC0-55D0028483B1}" type="parTrans" cxnId="{87BFCB5E-54D0-466A-B80A-5F8EBE60B597}">
      <dgm:prSet/>
      <dgm:spPr/>
      <dgm:t>
        <a:bodyPr/>
        <a:lstStyle/>
        <a:p>
          <a:endParaRPr lang="en-IN"/>
        </a:p>
      </dgm:t>
    </dgm:pt>
    <dgm:pt modelId="{FA9CD626-143B-4A4C-A9FC-FB73095451E1}" type="sibTrans" cxnId="{87BFCB5E-54D0-466A-B80A-5F8EBE60B597}">
      <dgm:prSet/>
      <dgm:spPr/>
      <dgm:t>
        <a:bodyPr/>
        <a:lstStyle/>
        <a:p>
          <a:endParaRPr lang="en-IN"/>
        </a:p>
      </dgm:t>
    </dgm:pt>
    <dgm:pt modelId="{FC62BD9D-749B-4BD8-A3AD-93536D0CB055}">
      <dgm:prSet/>
      <dgm:spPr>
        <a:solidFill>
          <a:schemeClr val="accent6">
            <a:lumMod val="60000"/>
            <a:lumOff val="40000"/>
            <a:alpha val="90000"/>
          </a:schemeClr>
        </a:solidFill>
      </dgm:spPr>
      <dgm:t>
        <a:bodyPr/>
        <a:lstStyle/>
        <a:p>
          <a:r>
            <a:rPr lang="en-US" dirty="0"/>
            <a:t>Log4j</a:t>
          </a:r>
          <a:endParaRPr lang="en-IN" dirty="0"/>
        </a:p>
      </dgm:t>
    </dgm:pt>
    <dgm:pt modelId="{116AF6AB-A8EA-48AA-BCC5-CA5AC57C3D82}" type="parTrans" cxnId="{9CD95E59-8BCB-4FB8-A19D-95A4CF4986DF}">
      <dgm:prSet/>
      <dgm:spPr/>
      <dgm:t>
        <a:bodyPr/>
        <a:lstStyle/>
        <a:p>
          <a:endParaRPr lang="en-IN"/>
        </a:p>
      </dgm:t>
    </dgm:pt>
    <dgm:pt modelId="{E51FD5C9-B522-4FC0-8123-1CEC1033D39C}" type="sibTrans" cxnId="{9CD95E59-8BCB-4FB8-A19D-95A4CF4986DF}">
      <dgm:prSet/>
      <dgm:spPr/>
      <dgm:t>
        <a:bodyPr/>
        <a:lstStyle/>
        <a:p>
          <a:endParaRPr lang="en-IN"/>
        </a:p>
      </dgm:t>
    </dgm:pt>
    <dgm:pt modelId="{53128259-5CC6-4F3C-A7B8-75AEE189A091}" type="pres">
      <dgm:prSet presAssocID="{DAEC2E68-B18D-493D-9B02-08F238ECA80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58F2CC-8CA9-43C3-8156-2EB25E4C11A0}" type="pres">
      <dgm:prSet presAssocID="{124CD981-964B-4507-95DD-692F2558E17F}" presName="root" presStyleCnt="0"/>
      <dgm:spPr/>
    </dgm:pt>
    <dgm:pt modelId="{07FD25CD-0944-43DD-9EAB-8342CDFDF8C1}" type="pres">
      <dgm:prSet presAssocID="{124CD981-964B-4507-95DD-692F2558E17F}" presName="rootComposite" presStyleCnt="0"/>
      <dgm:spPr/>
    </dgm:pt>
    <dgm:pt modelId="{6F02145B-A602-49CC-9A3B-AF12CDE362AF}" type="pres">
      <dgm:prSet presAssocID="{124CD981-964B-4507-95DD-692F2558E17F}" presName="rootText" presStyleLbl="node1" presStyleIdx="0" presStyleCnt="6"/>
      <dgm:spPr/>
    </dgm:pt>
    <dgm:pt modelId="{D92FD8D1-FF6D-49B8-BFBF-D87D5210704E}" type="pres">
      <dgm:prSet presAssocID="{124CD981-964B-4507-95DD-692F2558E17F}" presName="rootConnector" presStyleLbl="node1" presStyleIdx="0" presStyleCnt="6"/>
      <dgm:spPr/>
    </dgm:pt>
    <dgm:pt modelId="{9C2E416C-043B-47DB-8844-F47D019ED675}" type="pres">
      <dgm:prSet presAssocID="{124CD981-964B-4507-95DD-692F2558E17F}" presName="childShape" presStyleCnt="0"/>
      <dgm:spPr/>
    </dgm:pt>
    <dgm:pt modelId="{45A96803-E422-4007-9685-B4703E204E58}" type="pres">
      <dgm:prSet presAssocID="{049A5DFE-3D3B-41BC-AC58-95A68578D621}" presName="Name13" presStyleLbl="parChTrans1D2" presStyleIdx="0" presStyleCnt="17"/>
      <dgm:spPr/>
    </dgm:pt>
    <dgm:pt modelId="{A768D4D2-5283-4798-9973-8532BE188CE3}" type="pres">
      <dgm:prSet presAssocID="{C3475499-5C3F-429E-8D18-639748175099}" presName="childText" presStyleLbl="bgAcc1" presStyleIdx="0" presStyleCnt="17">
        <dgm:presLayoutVars>
          <dgm:bulletEnabled val="1"/>
        </dgm:presLayoutVars>
      </dgm:prSet>
      <dgm:spPr/>
    </dgm:pt>
    <dgm:pt modelId="{1B101669-489F-42EB-9334-B09C92A063D5}" type="pres">
      <dgm:prSet presAssocID="{B5960B41-2B58-4BD5-9C9A-A2D724398ADB}" presName="Name13" presStyleLbl="parChTrans1D2" presStyleIdx="1" presStyleCnt="17"/>
      <dgm:spPr/>
    </dgm:pt>
    <dgm:pt modelId="{408F98F5-1B94-453F-9F32-B5E803F9ACD4}" type="pres">
      <dgm:prSet presAssocID="{2393479A-691F-4EA1-9E13-FD3EF0078E20}" presName="childText" presStyleLbl="bgAcc1" presStyleIdx="1" presStyleCnt="17">
        <dgm:presLayoutVars>
          <dgm:bulletEnabled val="1"/>
        </dgm:presLayoutVars>
      </dgm:prSet>
      <dgm:spPr/>
    </dgm:pt>
    <dgm:pt modelId="{B362CF72-D259-4F67-895C-5C486444F553}" type="pres">
      <dgm:prSet presAssocID="{BA88F970-FD4A-4901-AF4D-0CE835B60478}" presName="Name13" presStyleLbl="parChTrans1D2" presStyleIdx="2" presStyleCnt="17"/>
      <dgm:spPr/>
    </dgm:pt>
    <dgm:pt modelId="{F6783F99-6CE9-4283-8EE4-1D5519EC4DFF}" type="pres">
      <dgm:prSet presAssocID="{7B632046-861B-4AA9-AE52-79E0B3267EB7}" presName="childText" presStyleLbl="bgAcc1" presStyleIdx="2" presStyleCnt="17">
        <dgm:presLayoutVars>
          <dgm:bulletEnabled val="1"/>
        </dgm:presLayoutVars>
      </dgm:prSet>
      <dgm:spPr/>
    </dgm:pt>
    <dgm:pt modelId="{68AD59D0-779F-4617-B989-45744A97FC7A}" type="pres">
      <dgm:prSet presAssocID="{C6621E02-EB53-4264-980C-A4365649BA70}" presName="Name13" presStyleLbl="parChTrans1D2" presStyleIdx="3" presStyleCnt="17"/>
      <dgm:spPr/>
    </dgm:pt>
    <dgm:pt modelId="{2E5C7839-3BA5-4539-AAFA-3120B3D170E4}" type="pres">
      <dgm:prSet presAssocID="{04CF912E-0739-417E-905E-F1E73BBFC30E}" presName="childText" presStyleLbl="bgAcc1" presStyleIdx="3" presStyleCnt="17">
        <dgm:presLayoutVars>
          <dgm:bulletEnabled val="1"/>
        </dgm:presLayoutVars>
      </dgm:prSet>
      <dgm:spPr/>
    </dgm:pt>
    <dgm:pt modelId="{9EEE6535-DDC6-450B-BDF9-88DC278C9201}" type="pres">
      <dgm:prSet presAssocID="{27AEB688-D50F-4F28-80CD-A979170C7E49}" presName="Name13" presStyleLbl="parChTrans1D2" presStyleIdx="4" presStyleCnt="17"/>
      <dgm:spPr/>
    </dgm:pt>
    <dgm:pt modelId="{DEA485EF-1ADA-45EE-A4F3-F893B3C8A0A6}" type="pres">
      <dgm:prSet presAssocID="{8328DEF9-A8A3-41C3-9F20-0A8721784C5D}" presName="childText" presStyleLbl="bgAcc1" presStyleIdx="4" presStyleCnt="17">
        <dgm:presLayoutVars>
          <dgm:bulletEnabled val="1"/>
        </dgm:presLayoutVars>
      </dgm:prSet>
      <dgm:spPr/>
    </dgm:pt>
    <dgm:pt modelId="{E16364C9-9873-4B40-B2E5-B4D1D442B3F9}" type="pres">
      <dgm:prSet presAssocID="{BA9D300A-8A1B-4FF9-998B-CC6BC9A8E68C}" presName="root" presStyleCnt="0"/>
      <dgm:spPr/>
    </dgm:pt>
    <dgm:pt modelId="{D9F9BFF0-064C-428C-91CC-4F9A3C1C824F}" type="pres">
      <dgm:prSet presAssocID="{BA9D300A-8A1B-4FF9-998B-CC6BC9A8E68C}" presName="rootComposite" presStyleCnt="0"/>
      <dgm:spPr/>
    </dgm:pt>
    <dgm:pt modelId="{526BE4CF-A767-4B9D-94C8-91F25833A1BD}" type="pres">
      <dgm:prSet presAssocID="{BA9D300A-8A1B-4FF9-998B-CC6BC9A8E68C}" presName="rootText" presStyleLbl="node1" presStyleIdx="1" presStyleCnt="6"/>
      <dgm:spPr/>
    </dgm:pt>
    <dgm:pt modelId="{1E60579B-63BE-41FA-ACC5-A1988E883C0B}" type="pres">
      <dgm:prSet presAssocID="{BA9D300A-8A1B-4FF9-998B-CC6BC9A8E68C}" presName="rootConnector" presStyleLbl="node1" presStyleIdx="1" presStyleCnt="6"/>
      <dgm:spPr/>
    </dgm:pt>
    <dgm:pt modelId="{D3842676-22E5-47E6-AB49-B06B401BC0C1}" type="pres">
      <dgm:prSet presAssocID="{BA9D300A-8A1B-4FF9-998B-CC6BC9A8E68C}" presName="childShape" presStyleCnt="0"/>
      <dgm:spPr/>
    </dgm:pt>
    <dgm:pt modelId="{571A749B-3F92-46AA-98EA-69B654C698C3}" type="pres">
      <dgm:prSet presAssocID="{45DA0287-BA0B-4D8B-85B8-083BA0863126}" presName="Name13" presStyleLbl="parChTrans1D2" presStyleIdx="5" presStyleCnt="17"/>
      <dgm:spPr/>
    </dgm:pt>
    <dgm:pt modelId="{53C2D039-B5A0-4976-9A44-75D7040063EF}" type="pres">
      <dgm:prSet presAssocID="{9214A9DD-F01D-40B5-A163-DD72041E6646}" presName="childText" presStyleLbl="bgAcc1" presStyleIdx="5" presStyleCnt="17">
        <dgm:presLayoutVars>
          <dgm:bulletEnabled val="1"/>
        </dgm:presLayoutVars>
      </dgm:prSet>
      <dgm:spPr/>
    </dgm:pt>
    <dgm:pt modelId="{D5B98C98-D43A-4A8A-AD60-9B629C9B0273}" type="pres">
      <dgm:prSet presAssocID="{95441941-921D-46D5-B70D-1CE67E689954}" presName="Name13" presStyleLbl="parChTrans1D2" presStyleIdx="6" presStyleCnt="17"/>
      <dgm:spPr/>
    </dgm:pt>
    <dgm:pt modelId="{D27CA1E1-F4B2-4703-AD99-844939112FAF}" type="pres">
      <dgm:prSet presAssocID="{90278234-66C9-4228-9FE9-B65F312744D4}" presName="childText" presStyleLbl="bgAcc1" presStyleIdx="6" presStyleCnt="17">
        <dgm:presLayoutVars>
          <dgm:bulletEnabled val="1"/>
        </dgm:presLayoutVars>
      </dgm:prSet>
      <dgm:spPr/>
    </dgm:pt>
    <dgm:pt modelId="{A5E974A2-8260-4563-9F2C-D1FCF5CE1621}" type="pres">
      <dgm:prSet presAssocID="{8674634B-4B26-4EB9-B164-00F71DC91690}" presName="Name13" presStyleLbl="parChTrans1D2" presStyleIdx="7" presStyleCnt="17"/>
      <dgm:spPr/>
    </dgm:pt>
    <dgm:pt modelId="{12A5A394-EA56-4C53-902C-C2E060099384}" type="pres">
      <dgm:prSet presAssocID="{AE132768-96CF-406C-8488-77825742B0EC}" presName="childText" presStyleLbl="bgAcc1" presStyleIdx="7" presStyleCnt="17">
        <dgm:presLayoutVars>
          <dgm:bulletEnabled val="1"/>
        </dgm:presLayoutVars>
      </dgm:prSet>
      <dgm:spPr/>
    </dgm:pt>
    <dgm:pt modelId="{63501EB9-969B-479D-850F-27C5C544BE0E}" type="pres">
      <dgm:prSet presAssocID="{AA168FC0-AB6D-47E1-B839-80A37A177A63}" presName="root" presStyleCnt="0"/>
      <dgm:spPr/>
    </dgm:pt>
    <dgm:pt modelId="{85F22F4E-E5B2-4272-BBF7-0AFC8E65A393}" type="pres">
      <dgm:prSet presAssocID="{AA168FC0-AB6D-47E1-B839-80A37A177A63}" presName="rootComposite" presStyleCnt="0"/>
      <dgm:spPr/>
    </dgm:pt>
    <dgm:pt modelId="{EABF56F0-B392-4256-B2A4-FD52F6880814}" type="pres">
      <dgm:prSet presAssocID="{AA168FC0-AB6D-47E1-B839-80A37A177A63}" presName="rootText" presStyleLbl="node1" presStyleIdx="2" presStyleCnt="6"/>
      <dgm:spPr/>
    </dgm:pt>
    <dgm:pt modelId="{A69F6B1C-D5CB-40AD-B2F1-AC784A366957}" type="pres">
      <dgm:prSet presAssocID="{AA168FC0-AB6D-47E1-B839-80A37A177A63}" presName="rootConnector" presStyleLbl="node1" presStyleIdx="2" presStyleCnt="6"/>
      <dgm:spPr/>
    </dgm:pt>
    <dgm:pt modelId="{9F8D2D3A-8F60-4209-9D5C-49255574FE4C}" type="pres">
      <dgm:prSet presAssocID="{AA168FC0-AB6D-47E1-B839-80A37A177A63}" presName="childShape" presStyleCnt="0"/>
      <dgm:spPr/>
    </dgm:pt>
    <dgm:pt modelId="{F3FE994F-3DF8-4DC2-810D-5FA8986B80F9}" type="pres">
      <dgm:prSet presAssocID="{5E93C828-70A2-4563-B11B-E02EB9608706}" presName="Name13" presStyleLbl="parChTrans1D2" presStyleIdx="8" presStyleCnt="17"/>
      <dgm:spPr/>
    </dgm:pt>
    <dgm:pt modelId="{64F34835-4294-4DD4-873C-F83CB1B35E63}" type="pres">
      <dgm:prSet presAssocID="{703B2F76-C95B-48B4-A752-3A3F04C11BDF}" presName="childText" presStyleLbl="bgAcc1" presStyleIdx="8" presStyleCnt="17">
        <dgm:presLayoutVars>
          <dgm:bulletEnabled val="1"/>
        </dgm:presLayoutVars>
      </dgm:prSet>
      <dgm:spPr/>
    </dgm:pt>
    <dgm:pt modelId="{3165154F-C95A-40EF-810B-18B6ED2EC000}" type="pres">
      <dgm:prSet presAssocID="{F2DC66FA-5D9F-4C57-83FA-9600DAEE4652}" presName="Name13" presStyleLbl="parChTrans1D2" presStyleIdx="9" presStyleCnt="17"/>
      <dgm:spPr/>
    </dgm:pt>
    <dgm:pt modelId="{30174008-C07E-4397-8AAB-F71FD9784E0F}" type="pres">
      <dgm:prSet presAssocID="{CC6D031D-4DEA-4BF6-8834-E5BDE78AEA25}" presName="childText" presStyleLbl="bgAcc1" presStyleIdx="9" presStyleCnt="17">
        <dgm:presLayoutVars>
          <dgm:bulletEnabled val="1"/>
        </dgm:presLayoutVars>
      </dgm:prSet>
      <dgm:spPr/>
    </dgm:pt>
    <dgm:pt modelId="{5BDC5A58-EC08-4122-8813-4021B6E592C4}" type="pres">
      <dgm:prSet presAssocID="{B7468F0F-576D-4FB2-9397-3E1E3C64E571}" presName="root" presStyleCnt="0"/>
      <dgm:spPr/>
    </dgm:pt>
    <dgm:pt modelId="{0FADFFF9-56C2-4BDD-BB65-2A1F4DED2C40}" type="pres">
      <dgm:prSet presAssocID="{B7468F0F-576D-4FB2-9397-3E1E3C64E571}" presName="rootComposite" presStyleCnt="0"/>
      <dgm:spPr/>
    </dgm:pt>
    <dgm:pt modelId="{2333F741-BB66-4366-AD15-AFE4C6BEA540}" type="pres">
      <dgm:prSet presAssocID="{B7468F0F-576D-4FB2-9397-3E1E3C64E571}" presName="rootText" presStyleLbl="node1" presStyleIdx="3" presStyleCnt="6"/>
      <dgm:spPr/>
    </dgm:pt>
    <dgm:pt modelId="{27698E49-CAD7-4FE1-B643-893903AC3D2C}" type="pres">
      <dgm:prSet presAssocID="{B7468F0F-576D-4FB2-9397-3E1E3C64E571}" presName="rootConnector" presStyleLbl="node1" presStyleIdx="3" presStyleCnt="6"/>
      <dgm:spPr/>
    </dgm:pt>
    <dgm:pt modelId="{1B180718-548A-4C43-8134-DB1997EECE2B}" type="pres">
      <dgm:prSet presAssocID="{B7468F0F-576D-4FB2-9397-3E1E3C64E571}" presName="childShape" presStyleCnt="0"/>
      <dgm:spPr/>
    </dgm:pt>
    <dgm:pt modelId="{9FAEF1D6-14B1-4FDC-9B14-636F7F5F835A}" type="pres">
      <dgm:prSet presAssocID="{D1533490-6755-452A-90DB-293C03EB1CE1}" presName="Name13" presStyleLbl="parChTrans1D2" presStyleIdx="10" presStyleCnt="17"/>
      <dgm:spPr/>
    </dgm:pt>
    <dgm:pt modelId="{639A1113-ACA1-4C17-A219-82FF85D9968B}" type="pres">
      <dgm:prSet presAssocID="{1087A4F9-2682-46B4-900F-CDDE279742BB}" presName="childText" presStyleLbl="bgAcc1" presStyleIdx="10" presStyleCnt="17">
        <dgm:presLayoutVars>
          <dgm:bulletEnabled val="1"/>
        </dgm:presLayoutVars>
      </dgm:prSet>
      <dgm:spPr/>
    </dgm:pt>
    <dgm:pt modelId="{835F977D-CFA3-4AB3-8A21-DD01645AF91A}" type="pres">
      <dgm:prSet presAssocID="{BC0429AB-2DA5-4545-B31F-910956F43BE9}" presName="Name13" presStyleLbl="parChTrans1D2" presStyleIdx="11" presStyleCnt="17"/>
      <dgm:spPr/>
    </dgm:pt>
    <dgm:pt modelId="{F54EB620-79F0-409B-BBFB-7BA8996C8915}" type="pres">
      <dgm:prSet presAssocID="{2889673C-2E55-4303-96AD-8B982FF808C2}" presName="childText" presStyleLbl="bgAcc1" presStyleIdx="11" presStyleCnt="17">
        <dgm:presLayoutVars>
          <dgm:bulletEnabled val="1"/>
        </dgm:presLayoutVars>
      </dgm:prSet>
      <dgm:spPr/>
    </dgm:pt>
    <dgm:pt modelId="{81CFD9F3-CEE6-4CDE-950D-EDA6D2CA9757}" type="pres">
      <dgm:prSet presAssocID="{1011F63F-B3DA-4ADB-9096-5FEEDBE8EBF6}" presName="root" presStyleCnt="0"/>
      <dgm:spPr/>
    </dgm:pt>
    <dgm:pt modelId="{CB2D9E4A-4786-4778-A520-C6DB60BC5C71}" type="pres">
      <dgm:prSet presAssocID="{1011F63F-B3DA-4ADB-9096-5FEEDBE8EBF6}" presName="rootComposite" presStyleCnt="0"/>
      <dgm:spPr/>
    </dgm:pt>
    <dgm:pt modelId="{0FF9D054-43A3-483A-B476-EA4005C04B42}" type="pres">
      <dgm:prSet presAssocID="{1011F63F-B3DA-4ADB-9096-5FEEDBE8EBF6}" presName="rootText" presStyleLbl="node1" presStyleIdx="4" presStyleCnt="6"/>
      <dgm:spPr/>
    </dgm:pt>
    <dgm:pt modelId="{BEA5302F-0E3E-4362-9138-A32F609A4F51}" type="pres">
      <dgm:prSet presAssocID="{1011F63F-B3DA-4ADB-9096-5FEEDBE8EBF6}" presName="rootConnector" presStyleLbl="node1" presStyleIdx="4" presStyleCnt="6"/>
      <dgm:spPr/>
    </dgm:pt>
    <dgm:pt modelId="{2D03E772-C9B3-48B5-B00B-24EFD0FB6F90}" type="pres">
      <dgm:prSet presAssocID="{1011F63F-B3DA-4ADB-9096-5FEEDBE8EBF6}" presName="childShape" presStyleCnt="0"/>
      <dgm:spPr/>
    </dgm:pt>
    <dgm:pt modelId="{3948451C-9DA5-47FF-87DB-05A15B057630}" type="pres">
      <dgm:prSet presAssocID="{116AF6AB-A8EA-48AA-BCC5-CA5AC57C3D82}" presName="Name13" presStyleLbl="parChTrans1D2" presStyleIdx="12" presStyleCnt="17"/>
      <dgm:spPr/>
    </dgm:pt>
    <dgm:pt modelId="{72E3191E-6561-43BA-AD4E-0AA019A15732}" type="pres">
      <dgm:prSet presAssocID="{FC62BD9D-749B-4BD8-A3AD-93536D0CB055}" presName="childText" presStyleLbl="bgAcc1" presStyleIdx="12" presStyleCnt="17">
        <dgm:presLayoutVars>
          <dgm:bulletEnabled val="1"/>
        </dgm:presLayoutVars>
      </dgm:prSet>
      <dgm:spPr/>
    </dgm:pt>
    <dgm:pt modelId="{6A104E05-6292-4138-AF3C-93AC205D17C3}" type="pres">
      <dgm:prSet presAssocID="{95FA2D25-1613-402E-A66D-ACB4DB08DE65}" presName="root" presStyleCnt="0"/>
      <dgm:spPr/>
    </dgm:pt>
    <dgm:pt modelId="{F6314926-94B8-412F-A1D9-0B39822AC615}" type="pres">
      <dgm:prSet presAssocID="{95FA2D25-1613-402E-A66D-ACB4DB08DE65}" presName="rootComposite" presStyleCnt="0"/>
      <dgm:spPr/>
    </dgm:pt>
    <dgm:pt modelId="{CF45CAE6-BAC0-4A57-A41A-330A68CA350A}" type="pres">
      <dgm:prSet presAssocID="{95FA2D25-1613-402E-A66D-ACB4DB08DE65}" presName="rootText" presStyleLbl="node1" presStyleIdx="5" presStyleCnt="6"/>
      <dgm:spPr/>
    </dgm:pt>
    <dgm:pt modelId="{2A6D7979-74E1-4474-989A-AD206220D091}" type="pres">
      <dgm:prSet presAssocID="{95FA2D25-1613-402E-A66D-ACB4DB08DE65}" presName="rootConnector" presStyleLbl="node1" presStyleIdx="5" presStyleCnt="6"/>
      <dgm:spPr/>
    </dgm:pt>
    <dgm:pt modelId="{FF178FE7-8F6B-4649-9850-E5B9EFA6A1FE}" type="pres">
      <dgm:prSet presAssocID="{95FA2D25-1613-402E-A66D-ACB4DB08DE65}" presName="childShape" presStyleCnt="0"/>
      <dgm:spPr/>
    </dgm:pt>
    <dgm:pt modelId="{404F076F-A1FC-4121-B142-6F7989043D85}" type="pres">
      <dgm:prSet presAssocID="{7E0DB640-F0D5-44D3-8032-3598C48041AC}" presName="Name13" presStyleLbl="parChTrans1D2" presStyleIdx="13" presStyleCnt="17"/>
      <dgm:spPr/>
    </dgm:pt>
    <dgm:pt modelId="{C31C5C07-6CF9-438B-B23A-6A8CAEB45FCE}" type="pres">
      <dgm:prSet presAssocID="{2A1F0CD3-B20E-40A7-B6EE-B69E1C9C114F}" presName="childText" presStyleLbl="bgAcc1" presStyleIdx="13" presStyleCnt="17">
        <dgm:presLayoutVars>
          <dgm:bulletEnabled val="1"/>
        </dgm:presLayoutVars>
      </dgm:prSet>
      <dgm:spPr/>
    </dgm:pt>
    <dgm:pt modelId="{5E91A822-8F7B-420D-97BD-8F9A99D22DBE}" type="pres">
      <dgm:prSet presAssocID="{69EE4CA0-2E84-4874-95A3-B52A66C5BF64}" presName="Name13" presStyleLbl="parChTrans1D2" presStyleIdx="14" presStyleCnt="17"/>
      <dgm:spPr/>
    </dgm:pt>
    <dgm:pt modelId="{B39268CF-2792-41B8-8D57-EA0D3A8D437B}" type="pres">
      <dgm:prSet presAssocID="{32AA8390-7054-483E-91E4-2C6A129AADCC}" presName="childText" presStyleLbl="bgAcc1" presStyleIdx="14" presStyleCnt="17">
        <dgm:presLayoutVars>
          <dgm:bulletEnabled val="1"/>
        </dgm:presLayoutVars>
      </dgm:prSet>
      <dgm:spPr/>
    </dgm:pt>
    <dgm:pt modelId="{63555703-F1BA-4F46-87E4-1A69DE0865A3}" type="pres">
      <dgm:prSet presAssocID="{FD37859B-31EA-4A7A-A5C2-33DE3CCF2163}" presName="Name13" presStyleLbl="parChTrans1D2" presStyleIdx="15" presStyleCnt="17"/>
      <dgm:spPr/>
    </dgm:pt>
    <dgm:pt modelId="{CE2F0F3A-A8CF-40CB-85FA-B0B2E70C6354}" type="pres">
      <dgm:prSet presAssocID="{1D1A2299-A920-4324-A9CB-ACECA4DA9350}" presName="childText" presStyleLbl="bgAcc1" presStyleIdx="15" presStyleCnt="17">
        <dgm:presLayoutVars>
          <dgm:bulletEnabled val="1"/>
        </dgm:presLayoutVars>
      </dgm:prSet>
      <dgm:spPr/>
    </dgm:pt>
    <dgm:pt modelId="{9CA892B8-E06C-463F-B07B-52D63B59BEBC}" type="pres">
      <dgm:prSet presAssocID="{26E26B31-F48C-4C16-9A22-2219FA339F5D}" presName="Name13" presStyleLbl="parChTrans1D2" presStyleIdx="16" presStyleCnt="17"/>
      <dgm:spPr/>
    </dgm:pt>
    <dgm:pt modelId="{18821571-D1E0-4BDA-91E4-32E053D326B4}" type="pres">
      <dgm:prSet presAssocID="{79B1B898-D400-495E-A16B-8AB2D3CF24A8}" presName="childText" presStyleLbl="bgAcc1" presStyleIdx="16" presStyleCnt="17">
        <dgm:presLayoutVars>
          <dgm:bulletEnabled val="1"/>
        </dgm:presLayoutVars>
      </dgm:prSet>
      <dgm:spPr/>
    </dgm:pt>
  </dgm:ptLst>
  <dgm:cxnLst>
    <dgm:cxn modelId="{86C4FB02-C58C-4C20-AB25-22BCB20BF89A}" type="presOf" srcId="{B7468F0F-576D-4FB2-9397-3E1E3C64E571}" destId="{2333F741-BB66-4366-AD15-AFE4C6BEA540}" srcOrd="0" destOrd="0" presId="urn:microsoft.com/office/officeart/2005/8/layout/hierarchy3"/>
    <dgm:cxn modelId="{718B6106-019A-44CA-884B-104CC29349D5}" type="presOf" srcId="{BA88F970-FD4A-4901-AF4D-0CE835B60478}" destId="{B362CF72-D259-4F67-895C-5C486444F553}" srcOrd="0" destOrd="0" presId="urn:microsoft.com/office/officeart/2005/8/layout/hierarchy3"/>
    <dgm:cxn modelId="{595BF008-65D9-4F94-BAC6-4EAFC0D33960}" srcId="{124CD981-964B-4507-95DD-692F2558E17F}" destId="{04CF912E-0739-417E-905E-F1E73BBFC30E}" srcOrd="3" destOrd="0" parTransId="{C6621E02-EB53-4264-980C-A4365649BA70}" sibTransId="{7A596658-7B42-4B72-A27D-5A2ACA486ED8}"/>
    <dgm:cxn modelId="{C1C74E09-A983-41EA-ABD4-C50907C21F14}" type="presOf" srcId="{1011F63F-B3DA-4ADB-9096-5FEEDBE8EBF6}" destId="{0FF9D054-43A3-483A-B476-EA4005C04B42}" srcOrd="0" destOrd="0" presId="urn:microsoft.com/office/officeart/2005/8/layout/hierarchy3"/>
    <dgm:cxn modelId="{C73B4E10-C76D-41BC-BECF-25D103E2ADA1}" type="presOf" srcId="{90278234-66C9-4228-9FE9-B65F312744D4}" destId="{D27CA1E1-F4B2-4703-AD99-844939112FAF}" srcOrd="0" destOrd="0" presId="urn:microsoft.com/office/officeart/2005/8/layout/hierarchy3"/>
    <dgm:cxn modelId="{2205651A-5B5D-4911-9AC0-F36620366973}" srcId="{BA9D300A-8A1B-4FF9-998B-CC6BC9A8E68C}" destId="{AE132768-96CF-406C-8488-77825742B0EC}" srcOrd="2" destOrd="0" parTransId="{8674634B-4B26-4EB9-B164-00F71DC91690}" sibTransId="{8E28B794-461D-4FAD-B6DD-F5364034CA36}"/>
    <dgm:cxn modelId="{D143462D-3D2A-43A7-A8FB-4AF2279CD0D7}" srcId="{DAEC2E68-B18D-493D-9B02-08F238ECA809}" destId="{124CD981-964B-4507-95DD-692F2558E17F}" srcOrd="0" destOrd="0" parTransId="{C9351449-E153-47F3-BACE-F0422E9D4C9F}" sibTransId="{A9FF18AA-2702-40C9-AA33-D3DE5903C26A}"/>
    <dgm:cxn modelId="{46F9922D-038E-4D11-A6AB-B5D308E215AB}" srcId="{DAEC2E68-B18D-493D-9B02-08F238ECA809}" destId="{AA168FC0-AB6D-47E1-B839-80A37A177A63}" srcOrd="2" destOrd="0" parTransId="{A20CA058-5C94-452A-B1D2-4727022A9FFC}" sibTransId="{4746376B-A2B4-4CDF-AE4A-8C0190B357AD}"/>
    <dgm:cxn modelId="{E20EBF2D-984C-4FA2-980C-B9E18B0CE9FA}" type="presOf" srcId="{7B632046-861B-4AA9-AE52-79E0B3267EB7}" destId="{F6783F99-6CE9-4283-8EE4-1D5519EC4DFF}" srcOrd="0" destOrd="0" presId="urn:microsoft.com/office/officeart/2005/8/layout/hierarchy3"/>
    <dgm:cxn modelId="{837DF02E-3326-40A2-B34C-C1C127F6AF00}" type="presOf" srcId="{79B1B898-D400-495E-A16B-8AB2D3CF24A8}" destId="{18821571-D1E0-4BDA-91E4-32E053D326B4}" srcOrd="0" destOrd="0" presId="urn:microsoft.com/office/officeart/2005/8/layout/hierarchy3"/>
    <dgm:cxn modelId="{F6973A31-8B97-47DB-B532-F34C98D186C0}" srcId="{124CD981-964B-4507-95DD-692F2558E17F}" destId="{C3475499-5C3F-429E-8D18-639748175099}" srcOrd="0" destOrd="0" parTransId="{049A5DFE-3D3B-41BC-AC58-95A68578D621}" sibTransId="{6AFAD6A2-5373-4C51-92B4-0824679743CB}"/>
    <dgm:cxn modelId="{1009CB3B-C1F7-4962-8F38-1A55F27353A3}" type="presOf" srcId="{95FA2D25-1613-402E-A66D-ACB4DB08DE65}" destId="{CF45CAE6-BAC0-4A57-A41A-330A68CA350A}" srcOrd="0" destOrd="0" presId="urn:microsoft.com/office/officeart/2005/8/layout/hierarchy3"/>
    <dgm:cxn modelId="{5A67EB3B-E729-4387-839F-40A44F53749F}" srcId="{DAEC2E68-B18D-493D-9B02-08F238ECA809}" destId="{BA9D300A-8A1B-4FF9-998B-CC6BC9A8E68C}" srcOrd="1" destOrd="0" parTransId="{D606104F-2220-4723-A2D1-933F5043E59C}" sibTransId="{4E0F0A75-09F7-4BE3-A558-A9E49BEC0E62}"/>
    <dgm:cxn modelId="{0845FF3F-A585-454E-890C-686F661B80FF}" type="presOf" srcId="{C3475499-5C3F-429E-8D18-639748175099}" destId="{A768D4D2-5283-4798-9973-8532BE188CE3}" srcOrd="0" destOrd="0" presId="urn:microsoft.com/office/officeart/2005/8/layout/hierarchy3"/>
    <dgm:cxn modelId="{87BFCB5E-54D0-466A-B80A-5F8EBE60B597}" srcId="{DAEC2E68-B18D-493D-9B02-08F238ECA809}" destId="{1011F63F-B3DA-4ADB-9096-5FEEDBE8EBF6}" srcOrd="4" destOrd="0" parTransId="{551CF8C9-33D4-4D7A-9EC0-55D0028483B1}" sibTransId="{FA9CD626-143B-4A4C-A9FC-FB73095451E1}"/>
    <dgm:cxn modelId="{0229D15E-4B13-44E7-BAB9-10E8DFCDCF34}" srcId="{DAEC2E68-B18D-493D-9B02-08F238ECA809}" destId="{95FA2D25-1613-402E-A66D-ACB4DB08DE65}" srcOrd="5" destOrd="0" parTransId="{8870D7C8-3CB5-4FA5-A73B-13066ABBB3F4}" sibTransId="{351411F5-1EAF-47D3-BAA0-BD2AC8318B10}"/>
    <dgm:cxn modelId="{0B70C946-9CD5-48BF-9CAD-68F83C849097}" type="presOf" srcId="{049A5DFE-3D3B-41BC-AC58-95A68578D621}" destId="{45A96803-E422-4007-9685-B4703E204E58}" srcOrd="0" destOrd="0" presId="urn:microsoft.com/office/officeart/2005/8/layout/hierarchy3"/>
    <dgm:cxn modelId="{79D90E67-57D9-4AD0-99F2-EE59AAC3CACB}" type="presOf" srcId="{1011F63F-B3DA-4ADB-9096-5FEEDBE8EBF6}" destId="{BEA5302F-0E3E-4362-9138-A32F609A4F51}" srcOrd="1" destOrd="0" presId="urn:microsoft.com/office/officeart/2005/8/layout/hierarchy3"/>
    <dgm:cxn modelId="{A684344B-9098-4C13-9935-238CC527F6FA}" type="presOf" srcId="{AE132768-96CF-406C-8488-77825742B0EC}" destId="{12A5A394-EA56-4C53-902C-C2E060099384}" srcOrd="0" destOrd="0" presId="urn:microsoft.com/office/officeart/2005/8/layout/hierarchy3"/>
    <dgm:cxn modelId="{FAD6FD4B-5F41-49AF-B9D6-11C79514DD94}" type="presOf" srcId="{BC0429AB-2DA5-4545-B31F-910956F43BE9}" destId="{835F977D-CFA3-4AB3-8A21-DD01645AF91A}" srcOrd="0" destOrd="0" presId="urn:microsoft.com/office/officeart/2005/8/layout/hierarchy3"/>
    <dgm:cxn modelId="{60EC0B6D-1CAF-4616-8EB4-52D91DEADA60}" srcId="{AA168FC0-AB6D-47E1-B839-80A37A177A63}" destId="{703B2F76-C95B-48B4-A752-3A3F04C11BDF}" srcOrd="0" destOrd="0" parTransId="{5E93C828-70A2-4563-B11B-E02EB9608706}" sibTransId="{8214A88B-6789-4D93-99B8-77A6CCCF856E}"/>
    <dgm:cxn modelId="{5B5EAE4D-6417-4571-BDF3-2F7A92167DC6}" type="presOf" srcId="{703B2F76-C95B-48B4-A752-3A3F04C11BDF}" destId="{64F34835-4294-4DD4-873C-F83CB1B35E63}" srcOrd="0" destOrd="0" presId="urn:microsoft.com/office/officeart/2005/8/layout/hierarchy3"/>
    <dgm:cxn modelId="{3E515E6E-233F-470D-A6C9-C2F17313982C}" type="presOf" srcId="{26E26B31-F48C-4C16-9A22-2219FA339F5D}" destId="{9CA892B8-E06C-463F-B07B-52D63B59BEBC}" srcOrd="0" destOrd="0" presId="urn:microsoft.com/office/officeart/2005/8/layout/hierarchy3"/>
    <dgm:cxn modelId="{E41D696F-E460-4632-8398-AC91E5FC1593}" type="presOf" srcId="{D1533490-6755-452A-90DB-293C03EB1CE1}" destId="{9FAEF1D6-14B1-4FDC-9B14-636F7F5F835A}" srcOrd="0" destOrd="0" presId="urn:microsoft.com/office/officeart/2005/8/layout/hierarchy3"/>
    <dgm:cxn modelId="{5EE82250-3600-4E08-8010-74BD95252377}" srcId="{95FA2D25-1613-402E-A66D-ACB4DB08DE65}" destId="{32AA8390-7054-483E-91E4-2C6A129AADCC}" srcOrd="1" destOrd="0" parTransId="{69EE4CA0-2E84-4874-95A3-B52A66C5BF64}" sibTransId="{D33C7AAA-56A5-4E66-8FC5-AFF45DCFC1FD}"/>
    <dgm:cxn modelId="{B5D05150-C46F-4C16-BF63-F238B20CA62A}" type="presOf" srcId="{32AA8390-7054-483E-91E4-2C6A129AADCC}" destId="{B39268CF-2792-41B8-8D57-EA0D3A8D437B}" srcOrd="0" destOrd="0" presId="urn:microsoft.com/office/officeart/2005/8/layout/hierarchy3"/>
    <dgm:cxn modelId="{16EC2172-5180-4330-9BF2-BF9D1CDE5257}" type="presOf" srcId="{8328DEF9-A8A3-41C3-9F20-0A8721784C5D}" destId="{DEA485EF-1ADA-45EE-A4F3-F893B3C8A0A6}" srcOrd="0" destOrd="0" presId="urn:microsoft.com/office/officeart/2005/8/layout/hierarchy3"/>
    <dgm:cxn modelId="{6DC66873-443F-4E9D-89DE-448C77D43789}" type="presOf" srcId="{C6621E02-EB53-4264-980C-A4365649BA70}" destId="{68AD59D0-779F-4617-B989-45744A97FC7A}" srcOrd="0" destOrd="0" presId="urn:microsoft.com/office/officeart/2005/8/layout/hierarchy3"/>
    <dgm:cxn modelId="{738D9A54-EF0D-4C06-B5F1-711EE1B56AE1}" type="presOf" srcId="{AA168FC0-AB6D-47E1-B839-80A37A177A63}" destId="{EABF56F0-B392-4256-B2A4-FD52F6880814}" srcOrd="0" destOrd="0" presId="urn:microsoft.com/office/officeart/2005/8/layout/hierarchy3"/>
    <dgm:cxn modelId="{E45EF554-A2B4-4A9E-9CCC-A3803183A57A}" type="presOf" srcId="{8674634B-4B26-4EB9-B164-00F71DC91690}" destId="{A5E974A2-8260-4563-9F2C-D1FCF5CE1621}" srcOrd="0" destOrd="0" presId="urn:microsoft.com/office/officeart/2005/8/layout/hierarchy3"/>
    <dgm:cxn modelId="{E9441579-B9A5-4B0B-B1E9-61ADEAFDE6E1}" type="presOf" srcId="{DAEC2E68-B18D-493D-9B02-08F238ECA809}" destId="{53128259-5CC6-4F3C-A7B8-75AEE189A091}" srcOrd="0" destOrd="0" presId="urn:microsoft.com/office/officeart/2005/8/layout/hierarchy3"/>
    <dgm:cxn modelId="{9CD95E59-8BCB-4FB8-A19D-95A4CF4986DF}" srcId="{1011F63F-B3DA-4ADB-9096-5FEEDBE8EBF6}" destId="{FC62BD9D-749B-4BD8-A3AD-93536D0CB055}" srcOrd="0" destOrd="0" parTransId="{116AF6AB-A8EA-48AA-BCC5-CA5AC57C3D82}" sibTransId="{E51FD5C9-B522-4FC0-8123-1CEC1033D39C}"/>
    <dgm:cxn modelId="{9ADDA55A-331D-4715-8871-E1B4E4C074FA}" type="presOf" srcId="{5E93C828-70A2-4563-B11B-E02EB9608706}" destId="{F3FE994F-3DF8-4DC2-810D-5FA8986B80F9}" srcOrd="0" destOrd="0" presId="urn:microsoft.com/office/officeart/2005/8/layout/hierarchy3"/>
    <dgm:cxn modelId="{3E56CD5A-1158-466D-A156-243989828D3E}" srcId="{DAEC2E68-B18D-493D-9B02-08F238ECA809}" destId="{B7468F0F-576D-4FB2-9397-3E1E3C64E571}" srcOrd="3" destOrd="0" parTransId="{3E855BCB-F84E-44C4-A443-0AEF91769CF7}" sibTransId="{A4DEBAFC-522E-4B63-BA3E-BCB88D85AEDF}"/>
    <dgm:cxn modelId="{760D8C7F-1771-48A1-BC79-DF182B0B087A}" type="presOf" srcId="{BA9D300A-8A1B-4FF9-998B-CC6BC9A8E68C}" destId="{526BE4CF-A767-4B9D-94C8-91F25833A1BD}" srcOrd="0" destOrd="0" presId="urn:microsoft.com/office/officeart/2005/8/layout/hierarchy3"/>
    <dgm:cxn modelId="{30870B88-71A2-4D0F-B3B5-8393266523E2}" type="presOf" srcId="{9214A9DD-F01D-40B5-A163-DD72041E6646}" destId="{53C2D039-B5A0-4976-9A44-75D7040063EF}" srcOrd="0" destOrd="0" presId="urn:microsoft.com/office/officeart/2005/8/layout/hierarchy3"/>
    <dgm:cxn modelId="{19EFFC8D-F4C6-4D68-BDEB-F51E99403A31}" type="presOf" srcId="{B5960B41-2B58-4BD5-9C9A-A2D724398ADB}" destId="{1B101669-489F-42EB-9334-B09C92A063D5}" srcOrd="0" destOrd="0" presId="urn:microsoft.com/office/officeart/2005/8/layout/hierarchy3"/>
    <dgm:cxn modelId="{63228A8F-4F43-46D6-9F7C-42CB591140A1}" srcId="{B7468F0F-576D-4FB2-9397-3E1E3C64E571}" destId="{2889673C-2E55-4303-96AD-8B982FF808C2}" srcOrd="1" destOrd="0" parTransId="{BC0429AB-2DA5-4545-B31F-910956F43BE9}" sibTransId="{899CE4FC-7C8F-47F0-99D7-A73EA1A6903C}"/>
    <dgm:cxn modelId="{15337A90-3966-4C79-81D0-15480FDAEE12}" type="presOf" srcId="{2A1F0CD3-B20E-40A7-B6EE-B69E1C9C114F}" destId="{C31C5C07-6CF9-438B-B23A-6A8CAEB45FCE}" srcOrd="0" destOrd="0" presId="urn:microsoft.com/office/officeart/2005/8/layout/hierarchy3"/>
    <dgm:cxn modelId="{9DF36592-084A-4FEC-A073-1823903F3CAE}" type="presOf" srcId="{69EE4CA0-2E84-4874-95A3-B52A66C5BF64}" destId="{5E91A822-8F7B-420D-97BD-8F9A99D22DBE}" srcOrd="0" destOrd="0" presId="urn:microsoft.com/office/officeart/2005/8/layout/hierarchy3"/>
    <dgm:cxn modelId="{BC63DA92-2130-4422-9A68-26FDC6345E50}" srcId="{124CD981-964B-4507-95DD-692F2558E17F}" destId="{7B632046-861B-4AA9-AE52-79E0B3267EB7}" srcOrd="2" destOrd="0" parTransId="{BA88F970-FD4A-4901-AF4D-0CE835B60478}" sibTransId="{19313102-AEFF-4A8D-B6F0-09E1D963E3EE}"/>
    <dgm:cxn modelId="{55FC7D94-F880-4987-89B3-109567DDD540}" type="presOf" srcId="{BA9D300A-8A1B-4FF9-998B-CC6BC9A8E68C}" destId="{1E60579B-63BE-41FA-ACC5-A1988E883C0B}" srcOrd="1" destOrd="0" presId="urn:microsoft.com/office/officeart/2005/8/layout/hierarchy3"/>
    <dgm:cxn modelId="{9C31EB97-B030-47B6-815A-27B81699E47E}" type="presOf" srcId="{F2DC66FA-5D9F-4C57-83FA-9600DAEE4652}" destId="{3165154F-C95A-40EF-810B-18B6ED2EC000}" srcOrd="0" destOrd="0" presId="urn:microsoft.com/office/officeart/2005/8/layout/hierarchy3"/>
    <dgm:cxn modelId="{622C5198-2241-44C8-A352-D12A39AA0079}" type="presOf" srcId="{FC62BD9D-749B-4BD8-A3AD-93536D0CB055}" destId="{72E3191E-6561-43BA-AD4E-0AA019A15732}" srcOrd="0" destOrd="0" presId="urn:microsoft.com/office/officeart/2005/8/layout/hierarchy3"/>
    <dgm:cxn modelId="{F7EB8E98-065E-43DA-B393-953FDDE82478}" srcId="{124CD981-964B-4507-95DD-692F2558E17F}" destId="{2393479A-691F-4EA1-9E13-FD3EF0078E20}" srcOrd="1" destOrd="0" parTransId="{B5960B41-2B58-4BD5-9C9A-A2D724398ADB}" sibTransId="{77E36A66-1F05-4EB9-AA89-CE839F3EF99F}"/>
    <dgm:cxn modelId="{F1E43C99-A046-41B7-BE75-B740DF373982}" type="presOf" srcId="{124CD981-964B-4507-95DD-692F2558E17F}" destId="{D92FD8D1-FF6D-49B8-BFBF-D87D5210704E}" srcOrd="1" destOrd="0" presId="urn:microsoft.com/office/officeart/2005/8/layout/hierarchy3"/>
    <dgm:cxn modelId="{FFA70C9A-B18F-45C0-8088-2D1505C7C53B}" type="presOf" srcId="{27AEB688-D50F-4F28-80CD-A979170C7E49}" destId="{9EEE6535-DDC6-450B-BDF9-88DC278C9201}" srcOrd="0" destOrd="0" presId="urn:microsoft.com/office/officeart/2005/8/layout/hierarchy3"/>
    <dgm:cxn modelId="{C123019D-3385-4FB1-AEAA-960C9DECB7EB}" type="presOf" srcId="{124CD981-964B-4507-95DD-692F2558E17F}" destId="{6F02145B-A602-49CC-9A3B-AF12CDE362AF}" srcOrd="0" destOrd="0" presId="urn:microsoft.com/office/officeart/2005/8/layout/hierarchy3"/>
    <dgm:cxn modelId="{313A3BA5-77C5-4207-8FA6-DB5819671249}" type="presOf" srcId="{B7468F0F-576D-4FB2-9397-3E1E3C64E571}" destId="{27698E49-CAD7-4FE1-B643-893903AC3D2C}" srcOrd="1" destOrd="0" presId="urn:microsoft.com/office/officeart/2005/8/layout/hierarchy3"/>
    <dgm:cxn modelId="{DF6E69AD-9AE4-4010-95D0-9B70473741F0}" type="presOf" srcId="{CC6D031D-4DEA-4BF6-8834-E5BDE78AEA25}" destId="{30174008-C07E-4397-8AAB-F71FD9784E0F}" srcOrd="0" destOrd="0" presId="urn:microsoft.com/office/officeart/2005/8/layout/hierarchy3"/>
    <dgm:cxn modelId="{1983FBB3-74B6-47A3-B278-7FEAC1CD2C27}" type="presOf" srcId="{AA168FC0-AB6D-47E1-B839-80A37A177A63}" destId="{A69F6B1C-D5CB-40AD-B2F1-AC784A366957}" srcOrd="1" destOrd="0" presId="urn:microsoft.com/office/officeart/2005/8/layout/hierarchy3"/>
    <dgm:cxn modelId="{FAD3F9C1-4389-4A92-9E7D-44C62D7F7981}" type="presOf" srcId="{2393479A-691F-4EA1-9E13-FD3EF0078E20}" destId="{408F98F5-1B94-453F-9F32-B5E803F9ACD4}" srcOrd="0" destOrd="0" presId="urn:microsoft.com/office/officeart/2005/8/layout/hierarchy3"/>
    <dgm:cxn modelId="{67AF39C3-3100-4069-A0E3-3BA759D40313}" type="presOf" srcId="{1D1A2299-A920-4324-A9CB-ACECA4DA9350}" destId="{CE2F0F3A-A8CF-40CB-85FA-B0B2E70C6354}" srcOrd="0" destOrd="0" presId="urn:microsoft.com/office/officeart/2005/8/layout/hierarchy3"/>
    <dgm:cxn modelId="{53C44CC5-25BB-46CE-9E4C-68F07A5FC042}" type="presOf" srcId="{95441941-921D-46D5-B70D-1CE67E689954}" destId="{D5B98C98-D43A-4A8A-AD60-9B629C9B0273}" srcOrd="0" destOrd="0" presId="urn:microsoft.com/office/officeart/2005/8/layout/hierarchy3"/>
    <dgm:cxn modelId="{405AB5D1-BF6F-4F26-AA99-BA0E01CE9615}" type="presOf" srcId="{2889673C-2E55-4303-96AD-8B982FF808C2}" destId="{F54EB620-79F0-409B-BBFB-7BA8996C8915}" srcOrd="0" destOrd="0" presId="urn:microsoft.com/office/officeart/2005/8/layout/hierarchy3"/>
    <dgm:cxn modelId="{2C67C4D4-819C-407B-B3C5-FE959D22879E}" type="presOf" srcId="{1087A4F9-2682-46B4-900F-CDDE279742BB}" destId="{639A1113-ACA1-4C17-A219-82FF85D9968B}" srcOrd="0" destOrd="0" presId="urn:microsoft.com/office/officeart/2005/8/layout/hierarchy3"/>
    <dgm:cxn modelId="{DDF8ADD8-F700-4E24-9AC3-11BFAB7B5DC9}" srcId="{95FA2D25-1613-402E-A66D-ACB4DB08DE65}" destId="{1D1A2299-A920-4324-A9CB-ACECA4DA9350}" srcOrd="2" destOrd="0" parTransId="{FD37859B-31EA-4A7A-A5C2-33DE3CCF2163}" sibTransId="{F2970E4A-B4CF-47B7-AEF8-195F8DC66457}"/>
    <dgm:cxn modelId="{9835EED8-B6F3-4B05-AB26-A93A746DE345}" srcId="{BA9D300A-8A1B-4FF9-998B-CC6BC9A8E68C}" destId="{9214A9DD-F01D-40B5-A163-DD72041E6646}" srcOrd="0" destOrd="0" parTransId="{45DA0287-BA0B-4D8B-85B8-083BA0863126}" sibTransId="{46CE4D75-1135-4D89-8461-D6CE0BD14F1B}"/>
    <dgm:cxn modelId="{A5A029D9-05CD-4CE9-9BF0-57A29E9C1935}" srcId="{B7468F0F-576D-4FB2-9397-3E1E3C64E571}" destId="{1087A4F9-2682-46B4-900F-CDDE279742BB}" srcOrd="0" destOrd="0" parTransId="{D1533490-6755-452A-90DB-293C03EB1CE1}" sibTransId="{B39594D9-A0A6-4F1D-9F72-8A78346C6C8E}"/>
    <dgm:cxn modelId="{C681EDDB-E944-4906-A445-510046C82C22}" type="presOf" srcId="{116AF6AB-A8EA-48AA-BCC5-CA5AC57C3D82}" destId="{3948451C-9DA5-47FF-87DB-05A15B057630}" srcOrd="0" destOrd="0" presId="urn:microsoft.com/office/officeart/2005/8/layout/hierarchy3"/>
    <dgm:cxn modelId="{E8F3CCDD-3194-4AFF-BF96-7A03A477D4D0}" type="presOf" srcId="{7E0DB640-F0D5-44D3-8032-3598C48041AC}" destId="{404F076F-A1FC-4121-B142-6F7989043D85}" srcOrd="0" destOrd="0" presId="urn:microsoft.com/office/officeart/2005/8/layout/hierarchy3"/>
    <dgm:cxn modelId="{1EEADCE3-6E92-4275-B446-59CD423000BD}" type="presOf" srcId="{04CF912E-0739-417E-905E-F1E73BBFC30E}" destId="{2E5C7839-3BA5-4539-AAFA-3120B3D170E4}" srcOrd="0" destOrd="0" presId="urn:microsoft.com/office/officeart/2005/8/layout/hierarchy3"/>
    <dgm:cxn modelId="{0F08EAE4-6AA0-42AD-B26D-9564E53A8D2D}" srcId="{124CD981-964B-4507-95DD-692F2558E17F}" destId="{8328DEF9-A8A3-41C3-9F20-0A8721784C5D}" srcOrd="4" destOrd="0" parTransId="{27AEB688-D50F-4F28-80CD-A979170C7E49}" sibTransId="{8EF82316-96C3-4318-BE24-41EE39F8826E}"/>
    <dgm:cxn modelId="{7479AEEC-0DF8-4402-BDE0-E0E97CD38299}" srcId="{95FA2D25-1613-402E-A66D-ACB4DB08DE65}" destId="{2A1F0CD3-B20E-40A7-B6EE-B69E1C9C114F}" srcOrd="0" destOrd="0" parTransId="{7E0DB640-F0D5-44D3-8032-3598C48041AC}" sibTransId="{1B353708-01AD-4D44-B834-0647383A8754}"/>
    <dgm:cxn modelId="{ED4424ED-F099-44A1-BCEA-3024109F2B19}" type="presOf" srcId="{95FA2D25-1613-402E-A66D-ACB4DB08DE65}" destId="{2A6D7979-74E1-4474-989A-AD206220D091}" srcOrd="1" destOrd="0" presId="urn:microsoft.com/office/officeart/2005/8/layout/hierarchy3"/>
    <dgm:cxn modelId="{8ED218F3-55C8-441C-87AC-6D431A1225E9}" type="presOf" srcId="{45DA0287-BA0B-4D8B-85B8-083BA0863126}" destId="{571A749B-3F92-46AA-98EA-69B654C698C3}" srcOrd="0" destOrd="0" presId="urn:microsoft.com/office/officeart/2005/8/layout/hierarchy3"/>
    <dgm:cxn modelId="{7AE7C7F3-F860-4A03-8885-9D494843CEC2}" srcId="{95FA2D25-1613-402E-A66D-ACB4DB08DE65}" destId="{79B1B898-D400-495E-A16B-8AB2D3CF24A8}" srcOrd="3" destOrd="0" parTransId="{26E26B31-F48C-4C16-9A22-2219FA339F5D}" sibTransId="{F50CDD6C-7AE5-43D1-B645-91C3F69D28B2}"/>
    <dgm:cxn modelId="{4DB31DF7-1358-4209-AEE8-F18EA3C98740}" srcId="{BA9D300A-8A1B-4FF9-998B-CC6BC9A8E68C}" destId="{90278234-66C9-4228-9FE9-B65F312744D4}" srcOrd="1" destOrd="0" parTransId="{95441941-921D-46D5-B70D-1CE67E689954}" sibTransId="{AD189F9C-7CD4-49FE-8209-BE24232B82FA}"/>
    <dgm:cxn modelId="{3C5937F7-990F-4EF4-9CEC-4812E2C9AED8}" type="presOf" srcId="{FD37859B-31EA-4A7A-A5C2-33DE3CCF2163}" destId="{63555703-F1BA-4F46-87E4-1A69DE0865A3}" srcOrd="0" destOrd="0" presId="urn:microsoft.com/office/officeart/2005/8/layout/hierarchy3"/>
    <dgm:cxn modelId="{8EA32AFA-0526-4493-84B0-2FDE203EDB79}" srcId="{AA168FC0-AB6D-47E1-B839-80A37A177A63}" destId="{CC6D031D-4DEA-4BF6-8834-E5BDE78AEA25}" srcOrd="1" destOrd="0" parTransId="{F2DC66FA-5D9F-4C57-83FA-9600DAEE4652}" sibTransId="{9B26356D-B20F-4266-9E25-4A0D6DFC23EB}"/>
    <dgm:cxn modelId="{C34C11D3-FC91-4C10-AAFE-66CEDC07CC4A}" type="presParOf" srcId="{53128259-5CC6-4F3C-A7B8-75AEE189A091}" destId="{8558F2CC-8CA9-43C3-8156-2EB25E4C11A0}" srcOrd="0" destOrd="0" presId="urn:microsoft.com/office/officeart/2005/8/layout/hierarchy3"/>
    <dgm:cxn modelId="{B6437FDA-2BBD-4B5B-8B10-9423521BE094}" type="presParOf" srcId="{8558F2CC-8CA9-43C3-8156-2EB25E4C11A0}" destId="{07FD25CD-0944-43DD-9EAB-8342CDFDF8C1}" srcOrd="0" destOrd="0" presId="urn:microsoft.com/office/officeart/2005/8/layout/hierarchy3"/>
    <dgm:cxn modelId="{E2920AC6-C789-40D4-9DDA-F2C0B0B0A15C}" type="presParOf" srcId="{07FD25CD-0944-43DD-9EAB-8342CDFDF8C1}" destId="{6F02145B-A602-49CC-9A3B-AF12CDE362AF}" srcOrd="0" destOrd="0" presId="urn:microsoft.com/office/officeart/2005/8/layout/hierarchy3"/>
    <dgm:cxn modelId="{A1FBEE8C-B094-4BBB-ACE1-A282F72C6381}" type="presParOf" srcId="{07FD25CD-0944-43DD-9EAB-8342CDFDF8C1}" destId="{D92FD8D1-FF6D-49B8-BFBF-D87D5210704E}" srcOrd="1" destOrd="0" presId="urn:microsoft.com/office/officeart/2005/8/layout/hierarchy3"/>
    <dgm:cxn modelId="{6E7248B5-1D2E-4698-9478-D8E514B58794}" type="presParOf" srcId="{8558F2CC-8CA9-43C3-8156-2EB25E4C11A0}" destId="{9C2E416C-043B-47DB-8844-F47D019ED675}" srcOrd="1" destOrd="0" presId="urn:microsoft.com/office/officeart/2005/8/layout/hierarchy3"/>
    <dgm:cxn modelId="{7A979487-9D45-432A-A44B-0F304EF96D8D}" type="presParOf" srcId="{9C2E416C-043B-47DB-8844-F47D019ED675}" destId="{45A96803-E422-4007-9685-B4703E204E58}" srcOrd="0" destOrd="0" presId="urn:microsoft.com/office/officeart/2005/8/layout/hierarchy3"/>
    <dgm:cxn modelId="{7210EAB1-21E9-44C4-A434-D95A5A11CB9A}" type="presParOf" srcId="{9C2E416C-043B-47DB-8844-F47D019ED675}" destId="{A768D4D2-5283-4798-9973-8532BE188CE3}" srcOrd="1" destOrd="0" presId="urn:microsoft.com/office/officeart/2005/8/layout/hierarchy3"/>
    <dgm:cxn modelId="{9F26433D-F141-4A85-927A-8F8FA65FC1E7}" type="presParOf" srcId="{9C2E416C-043B-47DB-8844-F47D019ED675}" destId="{1B101669-489F-42EB-9334-B09C92A063D5}" srcOrd="2" destOrd="0" presId="urn:microsoft.com/office/officeart/2005/8/layout/hierarchy3"/>
    <dgm:cxn modelId="{F24448D9-CB87-4254-AA41-75C20D18552E}" type="presParOf" srcId="{9C2E416C-043B-47DB-8844-F47D019ED675}" destId="{408F98F5-1B94-453F-9F32-B5E803F9ACD4}" srcOrd="3" destOrd="0" presId="urn:microsoft.com/office/officeart/2005/8/layout/hierarchy3"/>
    <dgm:cxn modelId="{F4878274-79A0-47A8-9765-44CA51564DF6}" type="presParOf" srcId="{9C2E416C-043B-47DB-8844-F47D019ED675}" destId="{B362CF72-D259-4F67-895C-5C486444F553}" srcOrd="4" destOrd="0" presId="urn:microsoft.com/office/officeart/2005/8/layout/hierarchy3"/>
    <dgm:cxn modelId="{215C9082-3786-42FB-B957-5BC9B549C20F}" type="presParOf" srcId="{9C2E416C-043B-47DB-8844-F47D019ED675}" destId="{F6783F99-6CE9-4283-8EE4-1D5519EC4DFF}" srcOrd="5" destOrd="0" presId="urn:microsoft.com/office/officeart/2005/8/layout/hierarchy3"/>
    <dgm:cxn modelId="{F65C5DAB-31CD-4AA3-9C22-D57051644D35}" type="presParOf" srcId="{9C2E416C-043B-47DB-8844-F47D019ED675}" destId="{68AD59D0-779F-4617-B989-45744A97FC7A}" srcOrd="6" destOrd="0" presId="urn:microsoft.com/office/officeart/2005/8/layout/hierarchy3"/>
    <dgm:cxn modelId="{F895101E-B784-45C5-AE3E-8D2C3E447737}" type="presParOf" srcId="{9C2E416C-043B-47DB-8844-F47D019ED675}" destId="{2E5C7839-3BA5-4539-AAFA-3120B3D170E4}" srcOrd="7" destOrd="0" presId="urn:microsoft.com/office/officeart/2005/8/layout/hierarchy3"/>
    <dgm:cxn modelId="{18AA9373-D342-40B3-88D8-44B9806E041E}" type="presParOf" srcId="{9C2E416C-043B-47DB-8844-F47D019ED675}" destId="{9EEE6535-DDC6-450B-BDF9-88DC278C9201}" srcOrd="8" destOrd="0" presId="urn:microsoft.com/office/officeart/2005/8/layout/hierarchy3"/>
    <dgm:cxn modelId="{178BEF43-7CF8-4BF8-91BA-B1956F8D8F3F}" type="presParOf" srcId="{9C2E416C-043B-47DB-8844-F47D019ED675}" destId="{DEA485EF-1ADA-45EE-A4F3-F893B3C8A0A6}" srcOrd="9" destOrd="0" presId="urn:microsoft.com/office/officeart/2005/8/layout/hierarchy3"/>
    <dgm:cxn modelId="{93E2C813-C8FE-45DA-876E-F2ED9A8982A4}" type="presParOf" srcId="{53128259-5CC6-4F3C-A7B8-75AEE189A091}" destId="{E16364C9-9873-4B40-B2E5-B4D1D442B3F9}" srcOrd="1" destOrd="0" presId="urn:microsoft.com/office/officeart/2005/8/layout/hierarchy3"/>
    <dgm:cxn modelId="{F24E6722-2CC3-466E-A3C8-B93E813577C3}" type="presParOf" srcId="{E16364C9-9873-4B40-B2E5-B4D1D442B3F9}" destId="{D9F9BFF0-064C-428C-91CC-4F9A3C1C824F}" srcOrd="0" destOrd="0" presId="urn:microsoft.com/office/officeart/2005/8/layout/hierarchy3"/>
    <dgm:cxn modelId="{B4752698-6680-4FD2-BC78-05F7198715DA}" type="presParOf" srcId="{D9F9BFF0-064C-428C-91CC-4F9A3C1C824F}" destId="{526BE4CF-A767-4B9D-94C8-91F25833A1BD}" srcOrd="0" destOrd="0" presId="urn:microsoft.com/office/officeart/2005/8/layout/hierarchy3"/>
    <dgm:cxn modelId="{BFFF0831-3F13-41C1-BA4E-B5ED3A27D40A}" type="presParOf" srcId="{D9F9BFF0-064C-428C-91CC-4F9A3C1C824F}" destId="{1E60579B-63BE-41FA-ACC5-A1988E883C0B}" srcOrd="1" destOrd="0" presId="urn:microsoft.com/office/officeart/2005/8/layout/hierarchy3"/>
    <dgm:cxn modelId="{C61B5B6B-6DF8-46E0-9BFB-EFE6D317970D}" type="presParOf" srcId="{E16364C9-9873-4B40-B2E5-B4D1D442B3F9}" destId="{D3842676-22E5-47E6-AB49-B06B401BC0C1}" srcOrd="1" destOrd="0" presId="urn:microsoft.com/office/officeart/2005/8/layout/hierarchy3"/>
    <dgm:cxn modelId="{EC6C2676-8C55-4A57-A1DF-8E1F393BBE93}" type="presParOf" srcId="{D3842676-22E5-47E6-AB49-B06B401BC0C1}" destId="{571A749B-3F92-46AA-98EA-69B654C698C3}" srcOrd="0" destOrd="0" presId="urn:microsoft.com/office/officeart/2005/8/layout/hierarchy3"/>
    <dgm:cxn modelId="{579CCD79-B4B8-4A73-9A67-130740621308}" type="presParOf" srcId="{D3842676-22E5-47E6-AB49-B06B401BC0C1}" destId="{53C2D039-B5A0-4976-9A44-75D7040063EF}" srcOrd="1" destOrd="0" presId="urn:microsoft.com/office/officeart/2005/8/layout/hierarchy3"/>
    <dgm:cxn modelId="{90CD6F77-927C-42BC-858C-BB6DB4A0F739}" type="presParOf" srcId="{D3842676-22E5-47E6-AB49-B06B401BC0C1}" destId="{D5B98C98-D43A-4A8A-AD60-9B629C9B0273}" srcOrd="2" destOrd="0" presId="urn:microsoft.com/office/officeart/2005/8/layout/hierarchy3"/>
    <dgm:cxn modelId="{3FCA2809-919C-48EE-9807-F02C4E09DDFF}" type="presParOf" srcId="{D3842676-22E5-47E6-AB49-B06B401BC0C1}" destId="{D27CA1E1-F4B2-4703-AD99-844939112FAF}" srcOrd="3" destOrd="0" presId="urn:microsoft.com/office/officeart/2005/8/layout/hierarchy3"/>
    <dgm:cxn modelId="{14844912-E5AD-40DF-A414-E0BA515B7F07}" type="presParOf" srcId="{D3842676-22E5-47E6-AB49-B06B401BC0C1}" destId="{A5E974A2-8260-4563-9F2C-D1FCF5CE1621}" srcOrd="4" destOrd="0" presId="urn:microsoft.com/office/officeart/2005/8/layout/hierarchy3"/>
    <dgm:cxn modelId="{34CADF93-35A2-4D61-9CE9-DA82FE65FC90}" type="presParOf" srcId="{D3842676-22E5-47E6-AB49-B06B401BC0C1}" destId="{12A5A394-EA56-4C53-902C-C2E060099384}" srcOrd="5" destOrd="0" presId="urn:microsoft.com/office/officeart/2005/8/layout/hierarchy3"/>
    <dgm:cxn modelId="{3231BFE3-A1D6-4440-A21D-8D8FC3F10E6E}" type="presParOf" srcId="{53128259-5CC6-4F3C-A7B8-75AEE189A091}" destId="{63501EB9-969B-479D-850F-27C5C544BE0E}" srcOrd="2" destOrd="0" presId="urn:microsoft.com/office/officeart/2005/8/layout/hierarchy3"/>
    <dgm:cxn modelId="{B9DA9731-3A1B-4705-BAB9-D313861F25DB}" type="presParOf" srcId="{63501EB9-969B-479D-850F-27C5C544BE0E}" destId="{85F22F4E-E5B2-4272-BBF7-0AFC8E65A393}" srcOrd="0" destOrd="0" presId="urn:microsoft.com/office/officeart/2005/8/layout/hierarchy3"/>
    <dgm:cxn modelId="{6362A193-40D5-463E-9E39-5D15242F6759}" type="presParOf" srcId="{85F22F4E-E5B2-4272-BBF7-0AFC8E65A393}" destId="{EABF56F0-B392-4256-B2A4-FD52F6880814}" srcOrd="0" destOrd="0" presId="urn:microsoft.com/office/officeart/2005/8/layout/hierarchy3"/>
    <dgm:cxn modelId="{723C7982-FE0B-4C9D-A196-D89E41AFCC19}" type="presParOf" srcId="{85F22F4E-E5B2-4272-BBF7-0AFC8E65A393}" destId="{A69F6B1C-D5CB-40AD-B2F1-AC784A366957}" srcOrd="1" destOrd="0" presId="urn:microsoft.com/office/officeart/2005/8/layout/hierarchy3"/>
    <dgm:cxn modelId="{17BA1874-B34E-4D91-BEB8-07E52771513C}" type="presParOf" srcId="{63501EB9-969B-479D-850F-27C5C544BE0E}" destId="{9F8D2D3A-8F60-4209-9D5C-49255574FE4C}" srcOrd="1" destOrd="0" presId="urn:microsoft.com/office/officeart/2005/8/layout/hierarchy3"/>
    <dgm:cxn modelId="{78311316-EAD7-4768-A7BF-B3960FE4476B}" type="presParOf" srcId="{9F8D2D3A-8F60-4209-9D5C-49255574FE4C}" destId="{F3FE994F-3DF8-4DC2-810D-5FA8986B80F9}" srcOrd="0" destOrd="0" presId="urn:microsoft.com/office/officeart/2005/8/layout/hierarchy3"/>
    <dgm:cxn modelId="{0AEFE508-B99E-456A-95F6-4E374231AAD4}" type="presParOf" srcId="{9F8D2D3A-8F60-4209-9D5C-49255574FE4C}" destId="{64F34835-4294-4DD4-873C-F83CB1B35E63}" srcOrd="1" destOrd="0" presId="urn:microsoft.com/office/officeart/2005/8/layout/hierarchy3"/>
    <dgm:cxn modelId="{CB7A34E9-1E2B-4958-B3C8-683FDA50A765}" type="presParOf" srcId="{9F8D2D3A-8F60-4209-9D5C-49255574FE4C}" destId="{3165154F-C95A-40EF-810B-18B6ED2EC000}" srcOrd="2" destOrd="0" presId="urn:microsoft.com/office/officeart/2005/8/layout/hierarchy3"/>
    <dgm:cxn modelId="{0241D744-A697-4624-92DE-CEDF6DCCB3DC}" type="presParOf" srcId="{9F8D2D3A-8F60-4209-9D5C-49255574FE4C}" destId="{30174008-C07E-4397-8AAB-F71FD9784E0F}" srcOrd="3" destOrd="0" presId="urn:microsoft.com/office/officeart/2005/8/layout/hierarchy3"/>
    <dgm:cxn modelId="{CDC9BD69-90E6-4FA0-9189-519473B343E4}" type="presParOf" srcId="{53128259-5CC6-4F3C-A7B8-75AEE189A091}" destId="{5BDC5A58-EC08-4122-8813-4021B6E592C4}" srcOrd="3" destOrd="0" presId="urn:microsoft.com/office/officeart/2005/8/layout/hierarchy3"/>
    <dgm:cxn modelId="{26A35645-EE83-4AB8-AA2F-EAD492CD20A1}" type="presParOf" srcId="{5BDC5A58-EC08-4122-8813-4021B6E592C4}" destId="{0FADFFF9-56C2-4BDD-BB65-2A1F4DED2C40}" srcOrd="0" destOrd="0" presId="urn:microsoft.com/office/officeart/2005/8/layout/hierarchy3"/>
    <dgm:cxn modelId="{E1CF7883-779E-4EC0-A23D-2B0631838C2D}" type="presParOf" srcId="{0FADFFF9-56C2-4BDD-BB65-2A1F4DED2C40}" destId="{2333F741-BB66-4366-AD15-AFE4C6BEA540}" srcOrd="0" destOrd="0" presId="urn:microsoft.com/office/officeart/2005/8/layout/hierarchy3"/>
    <dgm:cxn modelId="{FB2430A4-EC37-4388-B340-8AF98A39B09B}" type="presParOf" srcId="{0FADFFF9-56C2-4BDD-BB65-2A1F4DED2C40}" destId="{27698E49-CAD7-4FE1-B643-893903AC3D2C}" srcOrd="1" destOrd="0" presId="urn:microsoft.com/office/officeart/2005/8/layout/hierarchy3"/>
    <dgm:cxn modelId="{72CCD218-74A7-4249-81AC-B7ABD1277968}" type="presParOf" srcId="{5BDC5A58-EC08-4122-8813-4021B6E592C4}" destId="{1B180718-548A-4C43-8134-DB1997EECE2B}" srcOrd="1" destOrd="0" presId="urn:microsoft.com/office/officeart/2005/8/layout/hierarchy3"/>
    <dgm:cxn modelId="{7948FA0D-0690-4FC8-8AAD-021F06F94F52}" type="presParOf" srcId="{1B180718-548A-4C43-8134-DB1997EECE2B}" destId="{9FAEF1D6-14B1-4FDC-9B14-636F7F5F835A}" srcOrd="0" destOrd="0" presId="urn:microsoft.com/office/officeart/2005/8/layout/hierarchy3"/>
    <dgm:cxn modelId="{226176AC-195B-4DA3-A76E-0B17D299C6AD}" type="presParOf" srcId="{1B180718-548A-4C43-8134-DB1997EECE2B}" destId="{639A1113-ACA1-4C17-A219-82FF85D9968B}" srcOrd="1" destOrd="0" presId="urn:microsoft.com/office/officeart/2005/8/layout/hierarchy3"/>
    <dgm:cxn modelId="{65C83B07-E7D2-484A-B422-261F679561E7}" type="presParOf" srcId="{1B180718-548A-4C43-8134-DB1997EECE2B}" destId="{835F977D-CFA3-4AB3-8A21-DD01645AF91A}" srcOrd="2" destOrd="0" presId="urn:microsoft.com/office/officeart/2005/8/layout/hierarchy3"/>
    <dgm:cxn modelId="{B8E04599-1CA9-4392-AE85-D6B14ED24B8C}" type="presParOf" srcId="{1B180718-548A-4C43-8134-DB1997EECE2B}" destId="{F54EB620-79F0-409B-BBFB-7BA8996C8915}" srcOrd="3" destOrd="0" presId="urn:microsoft.com/office/officeart/2005/8/layout/hierarchy3"/>
    <dgm:cxn modelId="{E047D5E2-E5D0-4F98-9501-6022C95E2C88}" type="presParOf" srcId="{53128259-5CC6-4F3C-A7B8-75AEE189A091}" destId="{81CFD9F3-CEE6-4CDE-950D-EDA6D2CA9757}" srcOrd="4" destOrd="0" presId="urn:microsoft.com/office/officeart/2005/8/layout/hierarchy3"/>
    <dgm:cxn modelId="{C97A9F2A-C224-4C6C-9CA5-B52B86BB3472}" type="presParOf" srcId="{81CFD9F3-CEE6-4CDE-950D-EDA6D2CA9757}" destId="{CB2D9E4A-4786-4778-A520-C6DB60BC5C71}" srcOrd="0" destOrd="0" presId="urn:microsoft.com/office/officeart/2005/8/layout/hierarchy3"/>
    <dgm:cxn modelId="{C5B83182-D117-4C94-8522-489F0A1F5A46}" type="presParOf" srcId="{CB2D9E4A-4786-4778-A520-C6DB60BC5C71}" destId="{0FF9D054-43A3-483A-B476-EA4005C04B42}" srcOrd="0" destOrd="0" presId="urn:microsoft.com/office/officeart/2005/8/layout/hierarchy3"/>
    <dgm:cxn modelId="{CF2BCEA7-1C5D-4549-8282-14D7D8B181A0}" type="presParOf" srcId="{CB2D9E4A-4786-4778-A520-C6DB60BC5C71}" destId="{BEA5302F-0E3E-4362-9138-A32F609A4F51}" srcOrd="1" destOrd="0" presId="urn:microsoft.com/office/officeart/2005/8/layout/hierarchy3"/>
    <dgm:cxn modelId="{0F09B632-2ED3-41D9-A34B-85702DBBBF6D}" type="presParOf" srcId="{81CFD9F3-CEE6-4CDE-950D-EDA6D2CA9757}" destId="{2D03E772-C9B3-48B5-B00B-24EFD0FB6F90}" srcOrd="1" destOrd="0" presId="urn:microsoft.com/office/officeart/2005/8/layout/hierarchy3"/>
    <dgm:cxn modelId="{018CC640-CCEB-4B8F-8C9B-5486F3767A1F}" type="presParOf" srcId="{2D03E772-C9B3-48B5-B00B-24EFD0FB6F90}" destId="{3948451C-9DA5-47FF-87DB-05A15B057630}" srcOrd="0" destOrd="0" presId="urn:microsoft.com/office/officeart/2005/8/layout/hierarchy3"/>
    <dgm:cxn modelId="{096E0C0A-4DF7-4B4E-AE94-26E89A4D44F2}" type="presParOf" srcId="{2D03E772-C9B3-48B5-B00B-24EFD0FB6F90}" destId="{72E3191E-6561-43BA-AD4E-0AA019A15732}" srcOrd="1" destOrd="0" presId="urn:microsoft.com/office/officeart/2005/8/layout/hierarchy3"/>
    <dgm:cxn modelId="{3E944EC5-2E90-4B08-8C83-AD5246BD7B8A}" type="presParOf" srcId="{53128259-5CC6-4F3C-A7B8-75AEE189A091}" destId="{6A104E05-6292-4138-AF3C-93AC205D17C3}" srcOrd="5" destOrd="0" presId="urn:microsoft.com/office/officeart/2005/8/layout/hierarchy3"/>
    <dgm:cxn modelId="{9A564819-C51F-4F67-9BD9-374F73090308}" type="presParOf" srcId="{6A104E05-6292-4138-AF3C-93AC205D17C3}" destId="{F6314926-94B8-412F-A1D9-0B39822AC615}" srcOrd="0" destOrd="0" presId="urn:microsoft.com/office/officeart/2005/8/layout/hierarchy3"/>
    <dgm:cxn modelId="{36BE4603-6710-44B8-9D97-B05001FD6B8A}" type="presParOf" srcId="{F6314926-94B8-412F-A1D9-0B39822AC615}" destId="{CF45CAE6-BAC0-4A57-A41A-330A68CA350A}" srcOrd="0" destOrd="0" presId="urn:microsoft.com/office/officeart/2005/8/layout/hierarchy3"/>
    <dgm:cxn modelId="{C34EE59D-3DCD-4D39-8824-E135419E577F}" type="presParOf" srcId="{F6314926-94B8-412F-A1D9-0B39822AC615}" destId="{2A6D7979-74E1-4474-989A-AD206220D091}" srcOrd="1" destOrd="0" presId="urn:microsoft.com/office/officeart/2005/8/layout/hierarchy3"/>
    <dgm:cxn modelId="{EC0E05EF-7DE7-4963-A649-5C03CEC0D620}" type="presParOf" srcId="{6A104E05-6292-4138-AF3C-93AC205D17C3}" destId="{FF178FE7-8F6B-4649-9850-E5B9EFA6A1FE}" srcOrd="1" destOrd="0" presId="urn:microsoft.com/office/officeart/2005/8/layout/hierarchy3"/>
    <dgm:cxn modelId="{FED76275-D71A-43E7-9F22-C7ACB40EB577}" type="presParOf" srcId="{FF178FE7-8F6B-4649-9850-E5B9EFA6A1FE}" destId="{404F076F-A1FC-4121-B142-6F7989043D85}" srcOrd="0" destOrd="0" presId="urn:microsoft.com/office/officeart/2005/8/layout/hierarchy3"/>
    <dgm:cxn modelId="{6671FB0C-8447-48E3-A0C4-A20CAD5C19C0}" type="presParOf" srcId="{FF178FE7-8F6B-4649-9850-E5B9EFA6A1FE}" destId="{C31C5C07-6CF9-438B-B23A-6A8CAEB45FCE}" srcOrd="1" destOrd="0" presId="urn:microsoft.com/office/officeart/2005/8/layout/hierarchy3"/>
    <dgm:cxn modelId="{901B37DA-30C5-4EB3-AF17-D9F86C58E787}" type="presParOf" srcId="{FF178FE7-8F6B-4649-9850-E5B9EFA6A1FE}" destId="{5E91A822-8F7B-420D-97BD-8F9A99D22DBE}" srcOrd="2" destOrd="0" presId="urn:microsoft.com/office/officeart/2005/8/layout/hierarchy3"/>
    <dgm:cxn modelId="{FE2440E1-147B-431E-9FA0-0D126D731120}" type="presParOf" srcId="{FF178FE7-8F6B-4649-9850-E5B9EFA6A1FE}" destId="{B39268CF-2792-41B8-8D57-EA0D3A8D437B}" srcOrd="3" destOrd="0" presId="urn:microsoft.com/office/officeart/2005/8/layout/hierarchy3"/>
    <dgm:cxn modelId="{95E15F52-D2E8-4D6D-8013-1B45F32A1C80}" type="presParOf" srcId="{FF178FE7-8F6B-4649-9850-E5B9EFA6A1FE}" destId="{63555703-F1BA-4F46-87E4-1A69DE0865A3}" srcOrd="4" destOrd="0" presId="urn:microsoft.com/office/officeart/2005/8/layout/hierarchy3"/>
    <dgm:cxn modelId="{B4DCA740-C0C8-4943-9032-6D7F55C62E4E}" type="presParOf" srcId="{FF178FE7-8F6B-4649-9850-E5B9EFA6A1FE}" destId="{CE2F0F3A-A8CF-40CB-85FA-B0B2E70C6354}" srcOrd="5" destOrd="0" presId="urn:microsoft.com/office/officeart/2005/8/layout/hierarchy3"/>
    <dgm:cxn modelId="{D92C2E27-BF64-4D84-BDE1-BDB1B7EA0D22}" type="presParOf" srcId="{FF178FE7-8F6B-4649-9850-E5B9EFA6A1FE}" destId="{9CA892B8-E06C-463F-B07B-52D63B59BEBC}" srcOrd="6" destOrd="0" presId="urn:microsoft.com/office/officeart/2005/8/layout/hierarchy3"/>
    <dgm:cxn modelId="{16A26896-D90D-48D8-B96B-E6B5CD4DF0A6}" type="presParOf" srcId="{FF178FE7-8F6B-4649-9850-E5B9EFA6A1FE}" destId="{18821571-D1E0-4BDA-91E4-32E053D326B4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D277D0-A6AA-4E20-A636-913631E043C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744B94-821C-4F50-A406-A2FBEF4AC1E3}">
      <dgm:prSet/>
      <dgm:spPr/>
      <dgm:t>
        <a:bodyPr/>
        <a:lstStyle/>
        <a:p>
          <a:r>
            <a:rPr lang="en-US" dirty="0"/>
            <a:t>W3C compliant</a:t>
          </a:r>
          <a:endParaRPr lang="en-IN" dirty="0"/>
        </a:p>
      </dgm:t>
    </dgm:pt>
    <dgm:pt modelId="{5B24040A-DC1F-49E0-9C11-443DC182FF43}" type="parTrans" cxnId="{65579442-C4C9-44F9-997F-A6FB151D9FE9}">
      <dgm:prSet/>
      <dgm:spPr/>
      <dgm:t>
        <a:bodyPr/>
        <a:lstStyle/>
        <a:p>
          <a:endParaRPr lang="en-IN"/>
        </a:p>
      </dgm:t>
    </dgm:pt>
    <dgm:pt modelId="{9842ABA1-0103-4390-94F5-AC72E8D3231E}" type="sibTrans" cxnId="{65579442-C4C9-44F9-997F-A6FB151D9FE9}">
      <dgm:prSet/>
      <dgm:spPr/>
      <dgm:t>
        <a:bodyPr/>
        <a:lstStyle/>
        <a:p>
          <a:endParaRPr lang="en-IN"/>
        </a:p>
      </dgm:t>
    </dgm:pt>
    <dgm:pt modelId="{31377051-591C-4D80-8EEE-8DC640D56AEA}">
      <dgm:prSet custT="1"/>
      <dgm:spPr/>
      <dgm:t>
        <a:bodyPr/>
        <a:lstStyle/>
        <a:p>
          <a:r>
            <a:rPr lang="en-US" sz="1600" baseline="0" dirty="0"/>
            <a:t>Reliable</a:t>
          </a:r>
          <a:endParaRPr lang="en-IN" sz="1600" baseline="0" dirty="0"/>
        </a:p>
      </dgm:t>
    </dgm:pt>
    <dgm:pt modelId="{DFCE5BE5-CEA0-4710-90D8-BB152A9D44EA}" type="parTrans" cxnId="{4AB0D6F4-B2BC-44DE-90BF-907A26A29353}">
      <dgm:prSet/>
      <dgm:spPr/>
      <dgm:t>
        <a:bodyPr/>
        <a:lstStyle/>
        <a:p>
          <a:endParaRPr lang="en-IN"/>
        </a:p>
      </dgm:t>
    </dgm:pt>
    <dgm:pt modelId="{BF04673A-E636-431E-9518-D60DB87B15B8}" type="sibTrans" cxnId="{4AB0D6F4-B2BC-44DE-90BF-907A26A29353}">
      <dgm:prSet/>
      <dgm:spPr/>
      <dgm:t>
        <a:bodyPr/>
        <a:lstStyle/>
        <a:p>
          <a:endParaRPr lang="en-IN"/>
        </a:p>
      </dgm:t>
    </dgm:pt>
    <dgm:pt modelId="{D16F9F50-8D0B-4E34-855B-7B5CA4615009}">
      <dgm:prSet custT="1"/>
      <dgm:spPr/>
      <dgm:t>
        <a:bodyPr/>
        <a:lstStyle/>
        <a:p>
          <a:r>
            <a:rPr lang="en-US" sz="1600" baseline="0" dirty="0"/>
            <a:t>Faster</a:t>
          </a:r>
          <a:endParaRPr lang="en-IN" sz="1600" baseline="0" dirty="0"/>
        </a:p>
      </dgm:t>
    </dgm:pt>
    <dgm:pt modelId="{4534BDDC-63EE-4E8E-897C-E18CC4CAD501}" type="parTrans" cxnId="{FB02BE01-D968-441B-B402-9A957732288B}">
      <dgm:prSet/>
      <dgm:spPr/>
      <dgm:t>
        <a:bodyPr/>
        <a:lstStyle/>
        <a:p>
          <a:endParaRPr lang="en-IN"/>
        </a:p>
      </dgm:t>
    </dgm:pt>
    <dgm:pt modelId="{4FC1142F-8BB9-4E4F-B804-5713C8A988E4}" type="sibTrans" cxnId="{FB02BE01-D968-441B-B402-9A957732288B}">
      <dgm:prSet/>
      <dgm:spPr/>
      <dgm:t>
        <a:bodyPr/>
        <a:lstStyle/>
        <a:p>
          <a:endParaRPr lang="en-IN"/>
        </a:p>
      </dgm:t>
    </dgm:pt>
    <dgm:pt modelId="{38C5469A-BAA8-4A46-93C2-C24CB1C0E483}">
      <dgm:prSet/>
      <dgm:spPr/>
      <dgm:t>
        <a:bodyPr/>
        <a:lstStyle/>
        <a:p>
          <a:r>
            <a:rPr lang="en-IN" dirty="0"/>
            <a:t>Reduced flakiness</a:t>
          </a:r>
        </a:p>
      </dgm:t>
    </dgm:pt>
    <dgm:pt modelId="{6F59D221-4E54-454D-A8CC-7B6AF55A7E87}" type="parTrans" cxnId="{A3D8F491-9135-4456-9985-DB6220241254}">
      <dgm:prSet/>
      <dgm:spPr/>
      <dgm:t>
        <a:bodyPr/>
        <a:lstStyle/>
        <a:p>
          <a:endParaRPr lang="en-IN"/>
        </a:p>
      </dgm:t>
    </dgm:pt>
    <dgm:pt modelId="{D97D97E3-BDB8-4D0F-ACE1-975A972A65AF}" type="sibTrans" cxnId="{A3D8F491-9135-4456-9985-DB6220241254}">
      <dgm:prSet/>
      <dgm:spPr/>
      <dgm:t>
        <a:bodyPr/>
        <a:lstStyle/>
        <a:p>
          <a:endParaRPr lang="en-IN"/>
        </a:p>
      </dgm:t>
    </dgm:pt>
    <dgm:pt modelId="{2A4C45B5-DE82-46C9-B447-C13C32C1789D}">
      <dgm:prSet/>
      <dgm:spPr/>
      <dgm:t>
        <a:bodyPr/>
        <a:lstStyle/>
        <a:p>
          <a:r>
            <a:rPr lang="en-IN" dirty="0"/>
            <a:t>Richer actions API support</a:t>
          </a:r>
        </a:p>
      </dgm:t>
    </dgm:pt>
    <dgm:pt modelId="{07B0E861-53D1-4516-9DD7-AC92B877B055}" type="parTrans" cxnId="{534BA162-CDA8-4CFB-B203-78511D7EA791}">
      <dgm:prSet/>
      <dgm:spPr/>
      <dgm:t>
        <a:bodyPr/>
        <a:lstStyle/>
        <a:p>
          <a:endParaRPr lang="en-IN"/>
        </a:p>
      </dgm:t>
    </dgm:pt>
    <dgm:pt modelId="{0E3D8D30-B097-42FC-884C-7A6872BFF9FF}" type="sibTrans" cxnId="{534BA162-CDA8-4CFB-B203-78511D7EA791}">
      <dgm:prSet/>
      <dgm:spPr/>
      <dgm:t>
        <a:bodyPr/>
        <a:lstStyle/>
        <a:p>
          <a:endParaRPr lang="en-IN"/>
        </a:p>
      </dgm:t>
    </dgm:pt>
    <dgm:pt modelId="{DBC87E0A-D43E-439C-844E-D1FE781E2563}">
      <dgm:prSet/>
      <dgm:spPr/>
      <dgm:t>
        <a:bodyPr/>
        <a:lstStyle/>
        <a:p>
          <a:r>
            <a:rPr lang="en-IN" dirty="0"/>
            <a:t>Better Window / tab management</a:t>
          </a:r>
        </a:p>
      </dgm:t>
    </dgm:pt>
    <dgm:pt modelId="{40CDA928-DB4B-4E76-8327-1ED17FEE1D83}" type="parTrans" cxnId="{BE3CE3CB-2165-4BC7-9CBA-C9EA079759D6}">
      <dgm:prSet/>
      <dgm:spPr/>
      <dgm:t>
        <a:bodyPr/>
        <a:lstStyle/>
        <a:p>
          <a:endParaRPr lang="en-IN"/>
        </a:p>
      </dgm:t>
    </dgm:pt>
    <dgm:pt modelId="{9C5083EE-7E8D-47C2-A4A1-31EBAB8034BA}" type="sibTrans" cxnId="{BE3CE3CB-2165-4BC7-9CBA-C9EA079759D6}">
      <dgm:prSet/>
      <dgm:spPr/>
      <dgm:t>
        <a:bodyPr/>
        <a:lstStyle/>
        <a:p>
          <a:endParaRPr lang="en-IN"/>
        </a:p>
      </dgm:t>
    </dgm:pt>
    <dgm:pt modelId="{70A0E771-6746-4785-B190-E5BA6EEBFD6C}">
      <dgm:prSet/>
      <dgm:spPr/>
      <dgm:t>
        <a:bodyPr/>
        <a:lstStyle/>
        <a:p>
          <a:r>
            <a:rPr lang="en-IN" dirty="0"/>
            <a:t>Relative locators</a:t>
          </a:r>
        </a:p>
      </dgm:t>
    </dgm:pt>
    <dgm:pt modelId="{F87D39B7-6CD9-4DB8-BA78-2B6866EC1380}" type="parTrans" cxnId="{049C9F0B-7D44-4B16-B609-2108A540A364}">
      <dgm:prSet/>
      <dgm:spPr/>
      <dgm:t>
        <a:bodyPr/>
        <a:lstStyle/>
        <a:p>
          <a:endParaRPr lang="en-IN"/>
        </a:p>
      </dgm:t>
    </dgm:pt>
    <dgm:pt modelId="{EC29E16D-B7E2-426D-A180-CB8C845C6BEA}" type="sibTrans" cxnId="{049C9F0B-7D44-4B16-B609-2108A540A364}">
      <dgm:prSet/>
      <dgm:spPr/>
      <dgm:t>
        <a:bodyPr/>
        <a:lstStyle/>
        <a:p>
          <a:endParaRPr lang="en-IN"/>
        </a:p>
      </dgm:t>
    </dgm:pt>
    <dgm:pt modelId="{6BBC9AC7-9698-4199-9F6F-EBC3DCF0E2D9}">
      <dgm:prSet/>
      <dgm:spPr/>
      <dgm:t>
        <a:bodyPr/>
        <a:lstStyle/>
        <a:p>
          <a:r>
            <a:rPr lang="en-IN" dirty="0"/>
            <a:t>Native file upload support</a:t>
          </a:r>
        </a:p>
      </dgm:t>
    </dgm:pt>
    <dgm:pt modelId="{EF83DCEF-2DA7-44B0-83AE-897EDAE467D8}" type="parTrans" cxnId="{F4F07CF4-1A89-485C-9850-D99C289FE6A6}">
      <dgm:prSet/>
      <dgm:spPr/>
      <dgm:t>
        <a:bodyPr/>
        <a:lstStyle/>
        <a:p>
          <a:endParaRPr lang="en-IN"/>
        </a:p>
      </dgm:t>
    </dgm:pt>
    <dgm:pt modelId="{0594BF18-0A3F-43F0-A166-9C959BE8A5AC}" type="sibTrans" cxnId="{F4F07CF4-1A89-485C-9850-D99C289FE6A6}">
      <dgm:prSet/>
      <dgm:spPr/>
      <dgm:t>
        <a:bodyPr/>
        <a:lstStyle/>
        <a:p>
          <a:endParaRPr lang="en-IN"/>
        </a:p>
      </dgm:t>
    </dgm:pt>
    <dgm:pt modelId="{FFDC52E2-CF25-4A90-B669-B357BDEB5691}">
      <dgm:prSet/>
      <dgm:spPr/>
      <dgm:t>
        <a:bodyPr/>
        <a:lstStyle/>
        <a:p>
          <a:r>
            <a:rPr lang="en-IN" dirty="0"/>
            <a:t>Chrome dev tools integration</a:t>
          </a:r>
        </a:p>
      </dgm:t>
    </dgm:pt>
    <dgm:pt modelId="{61848E2E-921A-40C7-90A5-BE265CC47D89}" type="parTrans" cxnId="{12184266-6295-4DDB-ACD1-C8C1A52177A1}">
      <dgm:prSet/>
      <dgm:spPr/>
      <dgm:t>
        <a:bodyPr/>
        <a:lstStyle/>
        <a:p>
          <a:endParaRPr lang="en-IN"/>
        </a:p>
      </dgm:t>
    </dgm:pt>
    <dgm:pt modelId="{340B845C-4438-4924-BD47-000F1E3CE89B}" type="sibTrans" cxnId="{12184266-6295-4DDB-ACD1-C8C1A52177A1}">
      <dgm:prSet/>
      <dgm:spPr/>
      <dgm:t>
        <a:bodyPr/>
        <a:lstStyle/>
        <a:p>
          <a:endParaRPr lang="en-IN"/>
        </a:p>
      </dgm:t>
    </dgm:pt>
    <dgm:pt modelId="{C4C42D8D-EE02-484D-84E4-EE0CE8D58B8D}">
      <dgm:prSet/>
      <dgm:spPr/>
      <dgm:t>
        <a:bodyPr/>
        <a:lstStyle/>
        <a:p>
          <a:r>
            <a:rPr lang="en-IN" dirty="0"/>
            <a:t>Selenium IDE</a:t>
          </a:r>
        </a:p>
      </dgm:t>
    </dgm:pt>
    <dgm:pt modelId="{AD4F6DCD-85C4-4BEC-81D4-E90E1FD36090}" type="parTrans" cxnId="{852F9D92-7084-4426-BA17-25980EA12CEF}">
      <dgm:prSet/>
      <dgm:spPr/>
      <dgm:t>
        <a:bodyPr/>
        <a:lstStyle/>
        <a:p>
          <a:endParaRPr lang="en-IN"/>
        </a:p>
      </dgm:t>
    </dgm:pt>
    <dgm:pt modelId="{5244CC2E-529F-4D02-92DD-B21A582524B9}" type="sibTrans" cxnId="{852F9D92-7084-4426-BA17-25980EA12CEF}">
      <dgm:prSet/>
      <dgm:spPr/>
      <dgm:t>
        <a:bodyPr/>
        <a:lstStyle/>
        <a:p>
          <a:endParaRPr lang="en-IN"/>
        </a:p>
      </dgm:t>
    </dgm:pt>
    <dgm:pt modelId="{E4D0FB64-5505-482C-B90B-1AEDD4B0AA68}">
      <dgm:prSet/>
      <dgm:spPr/>
      <dgm:t>
        <a:bodyPr/>
        <a:lstStyle/>
        <a:p>
          <a:r>
            <a:rPr lang="en-IN" dirty="0"/>
            <a:t>Selenium grid</a:t>
          </a:r>
        </a:p>
      </dgm:t>
    </dgm:pt>
    <dgm:pt modelId="{47FCDEB3-DAC4-42F0-B04F-32D36CB110E5}" type="parTrans" cxnId="{5A51B61D-596B-4683-B439-326CEB23B9EB}">
      <dgm:prSet/>
      <dgm:spPr/>
      <dgm:t>
        <a:bodyPr/>
        <a:lstStyle/>
        <a:p>
          <a:endParaRPr lang="en-IN"/>
        </a:p>
      </dgm:t>
    </dgm:pt>
    <dgm:pt modelId="{6FEFCEC5-0794-456C-9A28-22C63CB33F3A}" type="sibTrans" cxnId="{5A51B61D-596B-4683-B439-326CEB23B9EB}">
      <dgm:prSet/>
      <dgm:spPr/>
      <dgm:t>
        <a:bodyPr/>
        <a:lstStyle/>
        <a:p>
          <a:endParaRPr lang="en-IN"/>
        </a:p>
      </dgm:t>
    </dgm:pt>
    <dgm:pt modelId="{D7374930-C8CB-4FCF-A93C-23378429F5E1}">
      <dgm:prSet custT="1"/>
      <dgm:spPr/>
      <dgm:t>
        <a:bodyPr/>
        <a:lstStyle/>
        <a:p>
          <a:r>
            <a:rPr lang="en-IN" sz="1600" dirty="0"/>
            <a:t>Multiple locators</a:t>
          </a:r>
        </a:p>
      </dgm:t>
    </dgm:pt>
    <dgm:pt modelId="{46446EEA-6A12-49D0-9CC5-B40D53EF1FAD}" type="parTrans" cxnId="{3D4A47A8-2303-4C40-9452-D8C93A9080BB}">
      <dgm:prSet/>
      <dgm:spPr/>
      <dgm:t>
        <a:bodyPr/>
        <a:lstStyle/>
        <a:p>
          <a:endParaRPr lang="en-IN"/>
        </a:p>
      </dgm:t>
    </dgm:pt>
    <dgm:pt modelId="{C727BEFD-DB72-4022-B41D-B16632459146}" type="sibTrans" cxnId="{3D4A47A8-2303-4C40-9452-D8C93A9080BB}">
      <dgm:prSet/>
      <dgm:spPr/>
      <dgm:t>
        <a:bodyPr/>
        <a:lstStyle/>
        <a:p>
          <a:endParaRPr lang="en-IN"/>
        </a:p>
      </dgm:t>
    </dgm:pt>
    <dgm:pt modelId="{BF8026C3-3691-4EAB-9C83-86353C742DE2}">
      <dgm:prSet custT="1"/>
      <dgm:spPr/>
      <dgm:t>
        <a:bodyPr/>
        <a:lstStyle/>
        <a:p>
          <a:r>
            <a:rPr lang="en-IN" sz="1600" dirty="0" err="1"/>
            <a:t>newWindow</a:t>
          </a:r>
          <a:r>
            <a:rPr lang="en-IN" sz="1600" dirty="0"/>
            <a:t>(URL)</a:t>
          </a:r>
        </a:p>
      </dgm:t>
    </dgm:pt>
    <dgm:pt modelId="{DAF0C074-65D8-44A2-8B92-93FC4C68AED9}" type="parTrans" cxnId="{B51F34E4-989F-422E-97D4-F03405E78CDB}">
      <dgm:prSet/>
      <dgm:spPr/>
      <dgm:t>
        <a:bodyPr/>
        <a:lstStyle/>
        <a:p>
          <a:endParaRPr lang="en-IN"/>
        </a:p>
      </dgm:t>
    </dgm:pt>
    <dgm:pt modelId="{B2967246-5EFA-4C54-A603-718E35FD78E1}" type="sibTrans" cxnId="{B51F34E4-989F-422E-97D4-F03405E78CDB}">
      <dgm:prSet/>
      <dgm:spPr/>
      <dgm:t>
        <a:bodyPr/>
        <a:lstStyle/>
        <a:p>
          <a:endParaRPr lang="en-IN"/>
        </a:p>
      </dgm:t>
    </dgm:pt>
    <dgm:pt modelId="{68D94294-BF3C-4BE9-8ACE-2C931AD495AC}">
      <dgm:prSet custT="1"/>
      <dgm:spPr/>
      <dgm:t>
        <a:bodyPr/>
        <a:lstStyle/>
        <a:p>
          <a:r>
            <a:rPr lang="en-IN" sz="1600" dirty="0" err="1"/>
            <a:t>navigateTo</a:t>
          </a:r>
          <a:r>
            <a:rPr lang="en-IN" sz="1600" dirty="0"/>
            <a:t>()</a:t>
          </a:r>
        </a:p>
      </dgm:t>
    </dgm:pt>
    <dgm:pt modelId="{0560D9AE-D08B-4763-9727-26ED2CC68ADE}" type="parTrans" cxnId="{05BBA494-EB29-458F-9779-A3BCCE6E3075}">
      <dgm:prSet/>
      <dgm:spPr/>
      <dgm:t>
        <a:bodyPr/>
        <a:lstStyle/>
        <a:p>
          <a:endParaRPr lang="en-IN"/>
        </a:p>
      </dgm:t>
    </dgm:pt>
    <dgm:pt modelId="{64B43586-7A4D-4C28-9D6C-B066E2001D0D}" type="sibTrans" cxnId="{05BBA494-EB29-458F-9779-A3BCCE6E3075}">
      <dgm:prSet/>
      <dgm:spPr/>
      <dgm:t>
        <a:bodyPr/>
        <a:lstStyle/>
        <a:p>
          <a:endParaRPr lang="en-IN"/>
        </a:p>
      </dgm:t>
    </dgm:pt>
    <dgm:pt modelId="{AFAD274A-DE2D-4C82-AA36-A551CD2C5F2B}">
      <dgm:prSet custT="1"/>
      <dgm:spPr/>
      <dgm:t>
        <a:bodyPr/>
        <a:lstStyle/>
        <a:p>
          <a:r>
            <a:rPr lang="en-IN" sz="1600" dirty="0"/>
            <a:t>Debugging on the fly</a:t>
          </a:r>
        </a:p>
      </dgm:t>
    </dgm:pt>
    <dgm:pt modelId="{50EC540A-6EDA-48BB-902D-A6828CD961A9}" type="parTrans" cxnId="{C0D1B0AE-F552-4B5C-8F0B-71D0A7179790}">
      <dgm:prSet/>
      <dgm:spPr/>
      <dgm:t>
        <a:bodyPr/>
        <a:lstStyle/>
        <a:p>
          <a:endParaRPr lang="en-IN"/>
        </a:p>
      </dgm:t>
    </dgm:pt>
    <dgm:pt modelId="{B7014649-8FE7-40FE-80CC-6F1B3D34FF76}" type="sibTrans" cxnId="{C0D1B0AE-F552-4B5C-8F0B-71D0A7179790}">
      <dgm:prSet/>
      <dgm:spPr/>
      <dgm:t>
        <a:bodyPr/>
        <a:lstStyle/>
        <a:p>
          <a:endParaRPr lang="en-IN"/>
        </a:p>
      </dgm:t>
    </dgm:pt>
    <dgm:pt modelId="{22700C1A-2D98-4BE5-842D-1376F130BA14}">
      <dgm:prSet custT="1"/>
      <dgm:spPr/>
      <dgm:t>
        <a:bodyPr/>
        <a:lstStyle/>
        <a:p>
          <a:r>
            <a:rPr lang="en-IN" sz="1600" dirty="0"/>
            <a:t>Inbuilt runner</a:t>
          </a:r>
        </a:p>
      </dgm:t>
    </dgm:pt>
    <dgm:pt modelId="{FB22FEEF-2FAD-4919-88D6-E391A6BB691E}" type="parTrans" cxnId="{C500153A-1EB3-4D45-AF55-C15AA72F021A}">
      <dgm:prSet/>
      <dgm:spPr/>
      <dgm:t>
        <a:bodyPr/>
        <a:lstStyle/>
        <a:p>
          <a:endParaRPr lang="en-IN"/>
        </a:p>
      </dgm:t>
    </dgm:pt>
    <dgm:pt modelId="{401D644C-1643-4B30-A45A-DA138318635B}" type="sibTrans" cxnId="{C500153A-1EB3-4D45-AF55-C15AA72F021A}">
      <dgm:prSet/>
      <dgm:spPr/>
      <dgm:t>
        <a:bodyPr/>
        <a:lstStyle/>
        <a:p>
          <a:endParaRPr lang="en-IN"/>
        </a:p>
      </dgm:t>
    </dgm:pt>
    <dgm:pt modelId="{B4A8B9A8-C5E4-4663-A900-90BEB379C5CB}">
      <dgm:prSet custT="1"/>
      <dgm:spPr/>
      <dgm:t>
        <a:bodyPr/>
        <a:lstStyle/>
        <a:p>
          <a:r>
            <a:rPr lang="en-IN" sz="1600" dirty="0"/>
            <a:t>Docker Compliant</a:t>
          </a:r>
        </a:p>
      </dgm:t>
    </dgm:pt>
    <dgm:pt modelId="{2EBEE78E-1325-4AC7-972E-842E5553102C}" type="parTrans" cxnId="{ABE778A4-C21B-45BE-A52E-E0EDD2C4D2F1}">
      <dgm:prSet/>
      <dgm:spPr/>
      <dgm:t>
        <a:bodyPr/>
        <a:lstStyle/>
        <a:p>
          <a:endParaRPr lang="en-IN"/>
        </a:p>
      </dgm:t>
    </dgm:pt>
    <dgm:pt modelId="{3C38C625-FEBE-4260-BB09-5313826E1368}" type="sibTrans" cxnId="{ABE778A4-C21B-45BE-A52E-E0EDD2C4D2F1}">
      <dgm:prSet/>
      <dgm:spPr/>
      <dgm:t>
        <a:bodyPr/>
        <a:lstStyle/>
        <a:p>
          <a:endParaRPr lang="en-IN"/>
        </a:p>
      </dgm:t>
    </dgm:pt>
    <dgm:pt modelId="{A5F995B8-8724-479D-92CF-86B9E06F1636}">
      <dgm:prSet custT="1"/>
      <dgm:spPr/>
      <dgm:t>
        <a:bodyPr/>
        <a:lstStyle/>
        <a:p>
          <a:r>
            <a:rPr lang="en-IN" sz="1600" dirty="0"/>
            <a:t>above, below, </a:t>
          </a:r>
          <a:r>
            <a:rPr lang="en-IN" sz="1600" dirty="0" err="1"/>
            <a:t>rightof</a:t>
          </a:r>
          <a:r>
            <a:rPr lang="en-IN" sz="1600" dirty="0"/>
            <a:t> and </a:t>
          </a:r>
          <a:r>
            <a:rPr lang="en-IN" sz="1600" dirty="0" err="1"/>
            <a:t>leftof</a:t>
          </a:r>
          <a:r>
            <a:rPr lang="en-IN" sz="1600" dirty="0"/>
            <a:t>, near, etc </a:t>
          </a:r>
        </a:p>
      </dgm:t>
    </dgm:pt>
    <dgm:pt modelId="{C616B3BF-6646-4914-8C8D-1C3B2EED2E45}" type="parTrans" cxnId="{D936D3C4-BBD2-4129-A28A-40759C1EC090}">
      <dgm:prSet/>
      <dgm:spPr/>
      <dgm:t>
        <a:bodyPr/>
        <a:lstStyle/>
        <a:p>
          <a:endParaRPr lang="en-IN"/>
        </a:p>
      </dgm:t>
    </dgm:pt>
    <dgm:pt modelId="{631AB630-85AE-4FEB-AE37-39B0158557EB}" type="sibTrans" cxnId="{D936D3C4-BBD2-4129-A28A-40759C1EC090}">
      <dgm:prSet/>
      <dgm:spPr/>
      <dgm:t>
        <a:bodyPr/>
        <a:lstStyle/>
        <a:p>
          <a:endParaRPr lang="en-IN"/>
        </a:p>
      </dgm:t>
    </dgm:pt>
    <dgm:pt modelId="{B7943CEB-F6EF-43EF-B6B3-58D3BB991280}">
      <dgm:prSet custT="1"/>
      <dgm:spPr/>
      <dgm:t>
        <a:bodyPr/>
        <a:lstStyle/>
        <a:p>
          <a:r>
            <a:rPr lang="en-IN" sz="1600" dirty="0"/>
            <a:t>Multi-touch, Zoom,  2 keys simultaneously</a:t>
          </a:r>
        </a:p>
      </dgm:t>
    </dgm:pt>
    <dgm:pt modelId="{6CFB7DC8-46AB-49EB-B27A-64BCAF277339}" type="parTrans" cxnId="{71DBA662-B14A-49DD-9E3A-25E11522F6BC}">
      <dgm:prSet/>
      <dgm:spPr/>
      <dgm:t>
        <a:bodyPr/>
        <a:lstStyle/>
        <a:p>
          <a:endParaRPr lang="en-IN"/>
        </a:p>
      </dgm:t>
    </dgm:pt>
    <dgm:pt modelId="{DC07C670-EB6F-4416-B0D5-9304D3778E48}" type="sibTrans" cxnId="{71DBA662-B14A-49DD-9E3A-25E11522F6BC}">
      <dgm:prSet/>
      <dgm:spPr/>
      <dgm:t>
        <a:bodyPr/>
        <a:lstStyle/>
        <a:p>
          <a:endParaRPr lang="en-IN"/>
        </a:p>
      </dgm:t>
    </dgm:pt>
    <dgm:pt modelId="{E4378F7A-1313-4DBF-8414-E456F0EDC2D6}">
      <dgm:prSet custT="1"/>
      <dgm:spPr/>
      <dgm:t>
        <a:bodyPr/>
        <a:lstStyle/>
        <a:p>
          <a:r>
            <a:rPr lang="en-US" sz="1600" dirty="0"/>
            <a:t>No need of third party libraries like robot / auto it</a:t>
          </a:r>
          <a:endParaRPr lang="en-IN" sz="1600" dirty="0"/>
        </a:p>
      </dgm:t>
    </dgm:pt>
    <dgm:pt modelId="{4CD61F12-A33E-42AD-9F81-29BA4025C471}" type="parTrans" cxnId="{ECD759B9-96B0-4A04-8127-2562601FD45A}">
      <dgm:prSet/>
      <dgm:spPr/>
      <dgm:t>
        <a:bodyPr/>
        <a:lstStyle/>
        <a:p>
          <a:endParaRPr lang="en-IN"/>
        </a:p>
      </dgm:t>
    </dgm:pt>
    <dgm:pt modelId="{E3725994-E802-4635-A9F1-83D41906F3FB}" type="sibTrans" cxnId="{ECD759B9-96B0-4A04-8127-2562601FD45A}">
      <dgm:prSet/>
      <dgm:spPr/>
      <dgm:t>
        <a:bodyPr/>
        <a:lstStyle/>
        <a:p>
          <a:endParaRPr lang="en-IN"/>
        </a:p>
      </dgm:t>
    </dgm:pt>
    <dgm:pt modelId="{D588C7E3-B39F-47E5-A323-D36D387984FC}">
      <dgm:prSet custT="1"/>
      <dgm:spPr/>
      <dgm:t>
        <a:bodyPr/>
        <a:lstStyle/>
        <a:p>
          <a:r>
            <a:rPr lang="en-US" sz="1600" dirty="0"/>
            <a:t>Third party plugins</a:t>
          </a:r>
          <a:endParaRPr lang="en-IN" sz="1600" dirty="0"/>
        </a:p>
      </dgm:t>
    </dgm:pt>
    <dgm:pt modelId="{EE4C3CE1-B5BA-422D-A5AE-5D3BCF529303}" type="parTrans" cxnId="{FDA6D411-59E1-4C84-B7B8-E86E8DA6E568}">
      <dgm:prSet/>
      <dgm:spPr/>
      <dgm:t>
        <a:bodyPr/>
        <a:lstStyle/>
        <a:p>
          <a:endParaRPr lang="en-IN"/>
        </a:p>
      </dgm:t>
    </dgm:pt>
    <dgm:pt modelId="{63910F2A-4EF3-42C3-A628-252AFEC82906}" type="sibTrans" cxnId="{FDA6D411-59E1-4C84-B7B8-E86E8DA6E568}">
      <dgm:prSet/>
      <dgm:spPr/>
      <dgm:t>
        <a:bodyPr/>
        <a:lstStyle/>
        <a:p>
          <a:endParaRPr lang="en-IN"/>
        </a:p>
      </dgm:t>
    </dgm:pt>
    <dgm:pt modelId="{4E6BCA86-0FE7-4297-9C42-A14AD16F7B39}" type="pres">
      <dgm:prSet presAssocID="{50D277D0-A6AA-4E20-A636-913631E043C3}" presName="Name0" presStyleCnt="0">
        <dgm:presLayoutVars>
          <dgm:dir/>
          <dgm:animLvl val="lvl"/>
          <dgm:resizeHandles val="exact"/>
        </dgm:presLayoutVars>
      </dgm:prSet>
      <dgm:spPr/>
    </dgm:pt>
    <dgm:pt modelId="{0135737B-F183-4F97-B309-1F8D298B753A}" type="pres">
      <dgm:prSet presAssocID="{51744B94-821C-4F50-A406-A2FBEF4AC1E3}" presName="linNode" presStyleCnt="0"/>
      <dgm:spPr/>
    </dgm:pt>
    <dgm:pt modelId="{606712DD-F94C-4700-9C89-B057B2098B73}" type="pres">
      <dgm:prSet presAssocID="{51744B94-821C-4F50-A406-A2FBEF4AC1E3}" presName="parentText" presStyleLbl="node1" presStyleIdx="0" presStyleCnt="9" custScaleX="209708">
        <dgm:presLayoutVars>
          <dgm:chMax val="1"/>
          <dgm:bulletEnabled val="1"/>
        </dgm:presLayoutVars>
      </dgm:prSet>
      <dgm:spPr/>
    </dgm:pt>
    <dgm:pt modelId="{F2B67CC7-47EF-45DB-B7CD-874975717CA5}" type="pres">
      <dgm:prSet presAssocID="{51744B94-821C-4F50-A406-A2FBEF4AC1E3}" presName="descendantText" presStyleLbl="alignAccFollowNode1" presStyleIdx="0" presStyleCnt="9">
        <dgm:presLayoutVars>
          <dgm:bulletEnabled val="1"/>
        </dgm:presLayoutVars>
      </dgm:prSet>
      <dgm:spPr/>
    </dgm:pt>
    <dgm:pt modelId="{31B1DF94-4BB8-4ACD-81E4-59B2CB6BFB82}" type="pres">
      <dgm:prSet presAssocID="{9842ABA1-0103-4390-94F5-AC72E8D3231E}" presName="sp" presStyleCnt="0"/>
      <dgm:spPr/>
    </dgm:pt>
    <dgm:pt modelId="{2B38FA49-5AF4-4F43-A875-F51C7FC8B2DC}" type="pres">
      <dgm:prSet presAssocID="{38C5469A-BAA8-4A46-93C2-C24CB1C0E483}" presName="linNode" presStyleCnt="0"/>
      <dgm:spPr/>
    </dgm:pt>
    <dgm:pt modelId="{E14F7B40-AD37-4159-AEF9-E89696F0967F}" type="pres">
      <dgm:prSet presAssocID="{38C5469A-BAA8-4A46-93C2-C24CB1C0E483}" presName="parentText" presStyleLbl="node1" presStyleIdx="1" presStyleCnt="9" custScaleX="205880">
        <dgm:presLayoutVars>
          <dgm:chMax val="1"/>
          <dgm:bulletEnabled val="1"/>
        </dgm:presLayoutVars>
      </dgm:prSet>
      <dgm:spPr/>
    </dgm:pt>
    <dgm:pt modelId="{DD2FFE61-CBB6-4CBE-A44D-B998F43E56DF}" type="pres">
      <dgm:prSet presAssocID="{38C5469A-BAA8-4A46-93C2-C24CB1C0E483}" presName="descendantText" presStyleLbl="alignAccFollowNode1" presStyleIdx="1" presStyleCnt="9">
        <dgm:presLayoutVars>
          <dgm:bulletEnabled val="1"/>
        </dgm:presLayoutVars>
      </dgm:prSet>
      <dgm:spPr/>
    </dgm:pt>
    <dgm:pt modelId="{BCE50DBB-F570-43D9-886F-E84CB0C5E137}" type="pres">
      <dgm:prSet presAssocID="{D97D97E3-BDB8-4D0F-ACE1-975A972A65AF}" presName="sp" presStyleCnt="0"/>
      <dgm:spPr/>
    </dgm:pt>
    <dgm:pt modelId="{8F7A1881-0163-4399-937B-A2DF3274C3D5}" type="pres">
      <dgm:prSet presAssocID="{2A4C45B5-DE82-46C9-B447-C13C32C1789D}" presName="linNode" presStyleCnt="0"/>
      <dgm:spPr/>
    </dgm:pt>
    <dgm:pt modelId="{FDF7865E-5837-40C2-84ED-CD96CD5DEA9E}" type="pres">
      <dgm:prSet presAssocID="{2A4C45B5-DE82-46C9-B447-C13C32C1789D}" presName="parentText" presStyleLbl="node1" presStyleIdx="2" presStyleCnt="9" custScaleX="207034">
        <dgm:presLayoutVars>
          <dgm:chMax val="1"/>
          <dgm:bulletEnabled val="1"/>
        </dgm:presLayoutVars>
      </dgm:prSet>
      <dgm:spPr/>
    </dgm:pt>
    <dgm:pt modelId="{2C55D40F-4A01-40FF-A69D-C5706B68988A}" type="pres">
      <dgm:prSet presAssocID="{2A4C45B5-DE82-46C9-B447-C13C32C1789D}" presName="descendantText" presStyleLbl="alignAccFollowNode1" presStyleIdx="2" presStyleCnt="9">
        <dgm:presLayoutVars>
          <dgm:bulletEnabled val="1"/>
        </dgm:presLayoutVars>
      </dgm:prSet>
      <dgm:spPr/>
    </dgm:pt>
    <dgm:pt modelId="{F64E09D2-AA1B-4A62-9373-4E25E46E7286}" type="pres">
      <dgm:prSet presAssocID="{0E3D8D30-B097-42FC-884C-7A6872BFF9FF}" presName="sp" presStyleCnt="0"/>
      <dgm:spPr/>
    </dgm:pt>
    <dgm:pt modelId="{5087CD57-D2EA-4320-BB85-F03DA09B55B1}" type="pres">
      <dgm:prSet presAssocID="{DBC87E0A-D43E-439C-844E-D1FE781E2563}" presName="linNode" presStyleCnt="0"/>
      <dgm:spPr/>
    </dgm:pt>
    <dgm:pt modelId="{CAAD30D5-0ED1-4CF8-AC8E-B84B58A914B3}" type="pres">
      <dgm:prSet presAssocID="{DBC87E0A-D43E-439C-844E-D1FE781E2563}" presName="parentText" presStyleLbl="node1" presStyleIdx="3" presStyleCnt="9" custScaleX="210633">
        <dgm:presLayoutVars>
          <dgm:chMax val="1"/>
          <dgm:bulletEnabled val="1"/>
        </dgm:presLayoutVars>
      </dgm:prSet>
      <dgm:spPr/>
    </dgm:pt>
    <dgm:pt modelId="{CFC04900-2B5D-4FBD-BF1E-2EA300B8C882}" type="pres">
      <dgm:prSet presAssocID="{DBC87E0A-D43E-439C-844E-D1FE781E2563}" presName="descendantText" presStyleLbl="alignAccFollowNode1" presStyleIdx="3" presStyleCnt="9">
        <dgm:presLayoutVars>
          <dgm:bulletEnabled val="1"/>
        </dgm:presLayoutVars>
      </dgm:prSet>
      <dgm:spPr/>
    </dgm:pt>
    <dgm:pt modelId="{F1A660B7-3CF1-4D77-A3E4-99CB050B0962}" type="pres">
      <dgm:prSet presAssocID="{9C5083EE-7E8D-47C2-A4A1-31EBAB8034BA}" presName="sp" presStyleCnt="0"/>
      <dgm:spPr/>
    </dgm:pt>
    <dgm:pt modelId="{56231C0B-9AED-44DF-9C66-484F4CAC72BF}" type="pres">
      <dgm:prSet presAssocID="{70A0E771-6746-4785-B190-E5BA6EEBFD6C}" presName="linNode" presStyleCnt="0"/>
      <dgm:spPr/>
    </dgm:pt>
    <dgm:pt modelId="{F73702EF-D926-40E8-81D5-3B4EE9E7D812}" type="pres">
      <dgm:prSet presAssocID="{70A0E771-6746-4785-B190-E5BA6EEBFD6C}" presName="parentText" presStyleLbl="node1" presStyleIdx="4" presStyleCnt="9" custScaleX="210633">
        <dgm:presLayoutVars>
          <dgm:chMax val="1"/>
          <dgm:bulletEnabled val="1"/>
        </dgm:presLayoutVars>
      </dgm:prSet>
      <dgm:spPr/>
    </dgm:pt>
    <dgm:pt modelId="{844BD470-3E43-4AE8-8A0E-62966631A232}" type="pres">
      <dgm:prSet presAssocID="{70A0E771-6746-4785-B190-E5BA6EEBFD6C}" presName="descendantText" presStyleLbl="alignAccFollowNode1" presStyleIdx="4" presStyleCnt="9">
        <dgm:presLayoutVars>
          <dgm:bulletEnabled val="1"/>
        </dgm:presLayoutVars>
      </dgm:prSet>
      <dgm:spPr/>
    </dgm:pt>
    <dgm:pt modelId="{8E6B7341-968B-4D21-8FF6-048D7D7F1C46}" type="pres">
      <dgm:prSet presAssocID="{EC29E16D-B7E2-426D-A180-CB8C845C6BEA}" presName="sp" presStyleCnt="0"/>
      <dgm:spPr/>
    </dgm:pt>
    <dgm:pt modelId="{9A96DDE6-2683-44CC-B114-E42BB8B27B67}" type="pres">
      <dgm:prSet presAssocID="{6BBC9AC7-9698-4199-9F6F-EBC3DCF0E2D9}" presName="linNode" presStyleCnt="0"/>
      <dgm:spPr/>
    </dgm:pt>
    <dgm:pt modelId="{0939D3BF-0A33-4147-B175-2F40239CEEF5}" type="pres">
      <dgm:prSet presAssocID="{6BBC9AC7-9698-4199-9F6F-EBC3DCF0E2D9}" presName="parentText" presStyleLbl="node1" presStyleIdx="5" presStyleCnt="9" custScaleX="212245">
        <dgm:presLayoutVars>
          <dgm:chMax val="1"/>
          <dgm:bulletEnabled val="1"/>
        </dgm:presLayoutVars>
      </dgm:prSet>
      <dgm:spPr/>
    </dgm:pt>
    <dgm:pt modelId="{A3235105-1AD0-4ACD-BDC5-D089F8552197}" type="pres">
      <dgm:prSet presAssocID="{6BBC9AC7-9698-4199-9F6F-EBC3DCF0E2D9}" presName="descendantText" presStyleLbl="alignAccFollowNode1" presStyleIdx="5" presStyleCnt="9">
        <dgm:presLayoutVars>
          <dgm:bulletEnabled val="1"/>
        </dgm:presLayoutVars>
      </dgm:prSet>
      <dgm:spPr/>
    </dgm:pt>
    <dgm:pt modelId="{4336EF5A-7664-4B82-910B-77BB64C1472C}" type="pres">
      <dgm:prSet presAssocID="{0594BF18-0A3F-43F0-A166-9C959BE8A5AC}" presName="sp" presStyleCnt="0"/>
      <dgm:spPr/>
    </dgm:pt>
    <dgm:pt modelId="{FE5212D5-3549-45E9-A8DE-E3EE871F80DC}" type="pres">
      <dgm:prSet presAssocID="{FFDC52E2-CF25-4A90-B669-B357BDEB5691}" presName="linNode" presStyleCnt="0"/>
      <dgm:spPr/>
    </dgm:pt>
    <dgm:pt modelId="{7D827948-DBE3-4C89-B58D-7AE6C12D4295}" type="pres">
      <dgm:prSet presAssocID="{FFDC52E2-CF25-4A90-B669-B357BDEB5691}" presName="parentText" presStyleLbl="node1" presStyleIdx="6" presStyleCnt="9" custScaleX="212726">
        <dgm:presLayoutVars>
          <dgm:chMax val="1"/>
          <dgm:bulletEnabled val="1"/>
        </dgm:presLayoutVars>
      </dgm:prSet>
      <dgm:spPr/>
    </dgm:pt>
    <dgm:pt modelId="{E278B488-5F57-4579-B3D7-496C66A85EBA}" type="pres">
      <dgm:prSet presAssocID="{FFDC52E2-CF25-4A90-B669-B357BDEB5691}" presName="descendantText" presStyleLbl="alignAccFollowNode1" presStyleIdx="6" presStyleCnt="9">
        <dgm:presLayoutVars>
          <dgm:bulletEnabled val="1"/>
        </dgm:presLayoutVars>
      </dgm:prSet>
      <dgm:spPr/>
    </dgm:pt>
    <dgm:pt modelId="{08443479-62A3-4F2B-805E-AA07E1DB9606}" type="pres">
      <dgm:prSet presAssocID="{340B845C-4438-4924-BD47-000F1E3CE89B}" presName="sp" presStyleCnt="0"/>
      <dgm:spPr/>
    </dgm:pt>
    <dgm:pt modelId="{2C1ACCA2-CE60-4D0C-8AE3-9DE0586EC444}" type="pres">
      <dgm:prSet presAssocID="{C4C42D8D-EE02-484D-84E4-EE0CE8D58B8D}" presName="linNode" presStyleCnt="0"/>
      <dgm:spPr/>
    </dgm:pt>
    <dgm:pt modelId="{738429C6-301B-4464-B9A5-1375664F9788}" type="pres">
      <dgm:prSet presAssocID="{C4C42D8D-EE02-484D-84E4-EE0CE8D58B8D}" presName="parentText" presStyleLbl="node1" presStyleIdx="7" presStyleCnt="9" custScaleX="213849">
        <dgm:presLayoutVars>
          <dgm:chMax val="1"/>
          <dgm:bulletEnabled val="1"/>
        </dgm:presLayoutVars>
      </dgm:prSet>
      <dgm:spPr/>
    </dgm:pt>
    <dgm:pt modelId="{90C53241-ACDF-4AE4-85FE-138405684BBA}" type="pres">
      <dgm:prSet presAssocID="{C4C42D8D-EE02-484D-84E4-EE0CE8D58B8D}" presName="descendantText" presStyleLbl="alignAccFollowNode1" presStyleIdx="7" presStyleCnt="9">
        <dgm:presLayoutVars>
          <dgm:bulletEnabled val="1"/>
        </dgm:presLayoutVars>
      </dgm:prSet>
      <dgm:spPr/>
    </dgm:pt>
    <dgm:pt modelId="{761954C8-5DA8-4415-989A-E54B7C9E4C13}" type="pres">
      <dgm:prSet presAssocID="{5244CC2E-529F-4D02-92DD-B21A582524B9}" presName="sp" presStyleCnt="0"/>
      <dgm:spPr/>
    </dgm:pt>
    <dgm:pt modelId="{91CCF298-C39B-4EDA-B30F-29A63CF37140}" type="pres">
      <dgm:prSet presAssocID="{E4D0FB64-5505-482C-B90B-1AEDD4B0AA68}" presName="linNode" presStyleCnt="0"/>
      <dgm:spPr/>
    </dgm:pt>
    <dgm:pt modelId="{3F5D0A8C-4DFD-4539-B683-7B1D1484DA20}" type="pres">
      <dgm:prSet presAssocID="{E4D0FB64-5505-482C-B90B-1AEDD4B0AA68}" presName="parentText" presStyleLbl="node1" presStyleIdx="8" presStyleCnt="9" custScaleX="213897">
        <dgm:presLayoutVars>
          <dgm:chMax val="1"/>
          <dgm:bulletEnabled val="1"/>
        </dgm:presLayoutVars>
      </dgm:prSet>
      <dgm:spPr/>
    </dgm:pt>
    <dgm:pt modelId="{55C18167-851B-422B-B599-7254014E18D7}" type="pres">
      <dgm:prSet presAssocID="{E4D0FB64-5505-482C-B90B-1AEDD4B0AA68}" presName="descendantText" presStyleLbl="alignAccFollowNode1" presStyleIdx="8" presStyleCnt="9">
        <dgm:presLayoutVars>
          <dgm:bulletEnabled val="1"/>
        </dgm:presLayoutVars>
      </dgm:prSet>
      <dgm:spPr/>
    </dgm:pt>
  </dgm:ptLst>
  <dgm:cxnLst>
    <dgm:cxn modelId="{FB02BE01-D968-441B-B402-9A957732288B}" srcId="{51744B94-821C-4F50-A406-A2FBEF4AC1E3}" destId="{D16F9F50-8D0B-4E34-855B-7B5CA4615009}" srcOrd="1" destOrd="0" parTransId="{4534BDDC-63EE-4E8E-897C-E18CC4CAD501}" sibTransId="{4FC1142F-8BB9-4E4F-B804-5713C8A988E4}"/>
    <dgm:cxn modelId="{1B56E707-BE89-4DE5-9613-4945A4CE9DB6}" type="presOf" srcId="{D16F9F50-8D0B-4E34-855B-7B5CA4615009}" destId="{F2B67CC7-47EF-45DB-B7CD-874975717CA5}" srcOrd="0" destOrd="1" presId="urn:microsoft.com/office/officeart/2005/8/layout/vList5"/>
    <dgm:cxn modelId="{049C9F0B-7D44-4B16-B609-2108A540A364}" srcId="{50D277D0-A6AA-4E20-A636-913631E043C3}" destId="{70A0E771-6746-4785-B190-E5BA6EEBFD6C}" srcOrd="4" destOrd="0" parTransId="{F87D39B7-6CD9-4DB8-BA78-2B6866EC1380}" sibTransId="{EC29E16D-B7E2-426D-A180-CB8C845C6BEA}"/>
    <dgm:cxn modelId="{FDA6D411-59E1-4C84-B7B8-E86E8DA6E568}" srcId="{C4C42D8D-EE02-484D-84E4-EE0CE8D58B8D}" destId="{D588C7E3-B39F-47E5-A323-D36D387984FC}" srcOrd="1" destOrd="0" parTransId="{EE4C3CE1-B5BA-422D-A5AE-5D3BCF529303}" sibTransId="{63910F2A-4EF3-42C3-A628-252AFEC82906}"/>
    <dgm:cxn modelId="{5A51B61D-596B-4683-B439-326CEB23B9EB}" srcId="{50D277D0-A6AA-4E20-A636-913631E043C3}" destId="{E4D0FB64-5505-482C-B90B-1AEDD4B0AA68}" srcOrd="8" destOrd="0" parTransId="{47FCDEB3-DAC4-42F0-B04F-32D36CB110E5}" sibTransId="{6FEFCEC5-0794-456C-9A28-22C63CB33F3A}"/>
    <dgm:cxn modelId="{C85C4520-C5E4-4D5F-8892-FC39F3977DDE}" type="presOf" srcId="{31377051-591C-4D80-8EEE-8DC640D56AEA}" destId="{F2B67CC7-47EF-45DB-B7CD-874975717CA5}" srcOrd="0" destOrd="0" presId="urn:microsoft.com/office/officeart/2005/8/layout/vList5"/>
    <dgm:cxn modelId="{F67AA526-9DE4-4DD2-BC9C-8DFB9D3D85E4}" type="presOf" srcId="{51744B94-821C-4F50-A406-A2FBEF4AC1E3}" destId="{606712DD-F94C-4700-9C89-B057B2098B73}" srcOrd="0" destOrd="0" presId="urn:microsoft.com/office/officeart/2005/8/layout/vList5"/>
    <dgm:cxn modelId="{B8A78D2C-8C87-453A-9105-95BE05E8BD60}" type="presOf" srcId="{38C5469A-BAA8-4A46-93C2-C24CB1C0E483}" destId="{E14F7B40-AD37-4159-AEF9-E89696F0967F}" srcOrd="0" destOrd="0" presId="urn:microsoft.com/office/officeart/2005/8/layout/vList5"/>
    <dgm:cxn modelId="{1616D137-70FD-4557-BD01-1E96BCE3C2DC}" type="presOf" srcId="{22700C1A-2D98-4BE5-842D-1376F130BA14}" destId="{90C53241-ACDF-4AE4-85FE-138405684BBA}" srcOrd="0" destOrd="0" presId="urn:microsoft.com/office/officeart/2005/8/layout/vList5"/>
    <dgm:cxn modelId="{C500153A-1EB3-4D45-AF55-C15AA72F021A}" srcId="{C4C42D8D-EE02-484D-84E4-EE0CE8D58B8D}" destId="{22700C1A-2D98-4BE5-842D-1376F130BA14}" srcOrd="0" destOrd="0" parTransId="{FB22FEEF-2FAD-4919-88D6-E391A6BB691E}" sibTransId="{401D644C-1643-4B30-A45A-DA138318635B}"/>
    <dgm:cxn modelId="{A13C753D-F491-4DF0-9ED5-A0FFFBC69A2C}" type="presOf" srcId="{A5F995B8-8724-479D-92CF-86B9E06F1636}" destId="{844BD470-3E43-4AE8-8A0E-62966631A232}" srcOrd="0" destOrd="0" presId="urn:microsoft.com/office/officeart/2005/8/layout/vList5"/>
    <dgm:cxn modelId="{0075943E-C896-484A-92E2-09138026C5EE}" type="presOf" srcId="{E4378F7A-1313-4DBF-8414-E456F0EDC2D6}" destId="{A3235105-1AD0-4ACD-BDC5-D089F8552197}" srcOrd="0" destOrd="0" presId="urn:microsoft.com/office/officeart/2005/8/layout/vList5"/>
    <dgm:cxn modelId="{65579442-C4C9-44F9-997F-A6FB151D9FE9}" srcId="{50D277D0-A6AA-4E20-A636-913631E043C3}" destId="{51744B94-821C-4F50-A406-A2FBEF4AC1E3}" srcOrd="0" destOrd="0" parTransId="{5B24040A-DC1F-49E0-9C11-443DC182FF43}" sibTransId="{9842ABA1-0103-4390-94F5-AC72E8D3231E}"/>
    <dgm:cxn modelId="{534BA162-CDA8-4CFB-B203-78511D7EA791}" srcId="{50D277D0-A6AA-4E20-A636-913631E043C3}" destId="{2A4C45B5-DE82-46C9-B447-C13C32C1789D}" srcOrd="2" destOrd="0" parTransId="{07B0E861-53D1-4516-9DD7-AC92B877B055}" sibTransId="{0E3D8D30-B097-42FC-884C-7A6872BFF9FF}"/>
    <dgm:cxn modelId="{71DBA662-B14A-49DD-9E3A-25E11522F6BC}" srcId="{2A4C45B5-DE82-46C9-B447-C13C32C1789D}" destId="{B7943CEB-F6EF-43EF-B6B3-58D3BB991280}" srcOrd="0" destOrd="0" parTransId="{6CFB7DC8-46AB-49EB-B27A-64BCAF277339}" sibTransId="{DC07C670-EB6F-4416-B0D5-9304D3778E48}"/>
    <dgm:cxn modelId="{FB562C63-64E7-4D44-BB95-40F80455B10F}" type="presOf" srcId="{6BBC9AC7-9698-4199-9F6F-EBC3DCF0E2D9}" destId="{0939D3BF-0A33-4147-B175-2F40239CEEF5}" srcOrd="0" destOrd="0" presId="urn:microsoft.com/office/officeart/2005/8/layout/vList5"/>
    <dgm:cxn modelId="{12184266-6295-4DDB-ACD1-C8C1A52177A1}" srcId="{50D277D0-A6AA-4E20-A636-913631E043C3}" destId="{FFDC52E2-CF25-4A90-B669-B357BDEB5691}" srcOrd="6" destOrd="0" parTransId="{61848E2E-921A-40C7-90A5-BE265CC47D89}" sibTransId="{340B845C-4438-4924-BD47-000F1E3CE89B}"/>
    <dgm:cxn modelId="{C57B8A48-A851-428E-83EA-F5E952324B5A}" type="presOf" srcId="{BF8026C3-3691-4EAB-9C83-86353C742DE2}" destId="{CFC04900-2B5D-4FBD-BF1E-2EA300B8C882}" srcOrd="0" destOrd="0" presId="urn:microsoft.com/office/officeart/2005/8/layout/vList5"/>
    <dgm:cxn modelId="{C5C36484-2CA2-41AC-8F07-79D0C321296A}" type="presOf" srcId="{50D277D0-A6AA-4E20-A636-913631E043C3}" destId="{4E6BCA86-0FE7-4297-9C42-A14AD16F7B39}" srcOrd="0" destOrd="0" presId="urn:microsoft.com/office/officeart/2005/8/layout/vList5"/>
    <dgm:cxn modelId="{3EF3D284-A9AD-4B45-82F8-9B9ADBC551B2}" type="presOf" srcId="{C4C42D8D-EE02-484D-84E4-EE0CE8D58B8D}" destId="{738429C6-301B-4464-B9A5-1375664F9788}" srcOrd="0" destOrd="0" presId="urn:microsoft.com/office/officeart/2005/8/layout/vList5"/>
    <dgm:cxn modelId="{A3D8F491-9135-4456-9985-DB6220241254}" srcId="{50D277D0-A6AA-4E20-A636-913631E043C3}" destId="{38C5469A-BAA8-4A46-93C2-C24CB1C0E483}" srcOrd="1" destOrd="0" parTransId="{6F59D221-4E54-454D-A8CC-7B6AF55A7E87}" sibTransId="{D97D97E3-BDB8-4D0F-ACE1-975A972A65AF}"/>
    <dgm:cxn modelId="{852F9D92-7084-4426-BA17-25980EA12CEF}" srcId="{50D277D0-A6AA-4E20-A636-913631E043C3}" destId="{C4C42D8D-EE02-484D-84E4-EE0CE8D58B8D}" srcOrd="7" destOrd="0" parTransId="{AD4F6DCD-85C4-4BEC-81D4-E90E1FD36090}" sibTransId="{5244CC2E-529F-4D02-92DD-B21A582524B9}"/>
    <dgm:cxn modelId="{8A0D1294-A740-4211-97C4-2599E2070D0B}" type="presOf" srcId="{B4A8B9A8-C5E4-4663-A900-90BEB379C5CB}" destId="{55C18167-851B-422B-B599-7254014E18D7}" srcOrd="0" destOrd="0" presId="urn:microsoft.com/office/officeart/2005/8/layout/vList5"/>
    <dgm:cxn modelId="{576B4194-FABD-4044-9854-A37A241CBE97}" type="presOf" srcId="{AFAD274A-DE2D-4C82-AA36-A551CD2C5F2B}" destId="{E278B488-5F57-4579-B3D7-496C66A85EBA}" srcOrd="0" destOrd="0" presId="urn:microsoft.com/office/officeart/2005/8/layout/vList5"/>
    <dgm:cxn modelId="{05BBA494-EB29-458F-9779-A3BCCE6E3075}" srcId="{DBC87E0A-D43E-439C-844E-D1FE781E2563}" destId="{68D94294-BF3C-4BE9-8ACE-2C931AD495AC}" srcOrd="1" destOrd="0" parTransId="{0560D9AE-D08B-4763-9727-26ED2CC68ADE}" sibTransId="{64B43586-7A4D-4C28-9D6C-B066E2001D0D}"/>
    <dgm:cxn modelId="{ABE778A4-C21B-45BE-A52E-E0EDD2C4D2F1}" srcId="{E4D0FB64-5505-482C-B90B-1AEDD4B0AA68}" destId="{B4A8B9A8-C5E4-4663-A900-90BEB379C5CB}" srcOrd="0" destOrd="0" parTransId="{2EBEE78E-1325-4AC7-972E-842E5553102C}" sibTransId="{3C38C625-FEBE-4260-BB09-5313826E1368}"/>
    <dgm:cxn modelId="{3D4A47A8-2303-4C40-9452-D8C93A9080BB}" srcId="{38C5469A-BAA8-4A46-93C2-C24CB1C0E483}" destId="{D7374930-C8CB-4FCF-A93C-23378429F5E1}" srcOrd="0" destOrd="0" parTransId="{46446EEA-6A12-49D0-9CC5-B40D53EF1FAD}" sibTransId="{C727BEFD-DB72-4022-B41D-B16632459146}"/>
    <dgm:cxn modelId="{C0D1B0AE-F552-4B5C-8F0B-71D0A7179790}" srcId="{FFDC52E2-CF25-4A90-B669-B357BDEB5691}" destId="{AFAD274A-DE2D-4C82-AA36-A551CD2C5F2B}" srcOrd="0" destOrd="0" parTransId="{50EC540A-6EDA-48BB-902D-A6828CD961A9}" sibTransId="{B7014649-8FE7-40FE-80CC-6F1B3D34FF76}"/>
    <dgm:cxn modelId="{ECD759B9-96B0-4A04-8127-2562601FD45A}" srcId="{6BBC9AC7-9698-4199-9F6F-EBC3DCF0E2D9}" destId="{E4378F7A-1313-4DBF-8414-E456F0EDC2D6}" srcOrd="0" destOrd="0" parTransId="{4CD61F12-A33E-42AD-9F81-29BA4025C471}" sibTransId="{E3725994-E802-4635-A9F1-83D41906F3FB}"/>
    <dgm:cxn modelId="{104C9EBF-CE04-4D60-8227-E700CE0D5774}" type="presOf" srcId="{E4D0FB64-5505-482C-B90B-1AEDD4B0AA68}" destId="{3F5D0A8C-4DFD-4539-B683-7B1D1484DA20}" srcOrd="0" destOrd="0" presId="urn:microsoft.com/office/officeart/2005/8/layout/vList5"/>
    <dgm:cxn modelId="{18D8F8BF-02B9-4EE6-8030-4AC866C2BDC1}" type="presOf" srcId="{D7374930-C8CB-4FCF-A93C-23378429F5E1}" destId="{DD2FFE61-CBB6-4CBE-A44D-B998F43E56DF}" srcOrd="0" destOrd="0" presId="urn:microsoft.com/office/officeart/2005/8/layout/vList5"/>
    <dgm:cxn modelId="{D936D3C4-BBD2-4129-A28A-40759C1EC090}" srcId="{70A0E771-6746-4785-B190-E5BA6EEBFD6C}" destId="{A5F995B8-8724-479D-92CF-86B9E06F1636}" srcOrd="0" destOrd="0" parTransId="{C616B3BF-6646-4914-8C8D-1C3B2EED2E45}" sibTransId="{631AB630-85AE-4FEB-AE37-39B0158557EB}"/>
    <dgm:cxn modelId="{E5C1A3C6-434D-4962-9D19-C7E20EFCF2BA}" type="presOf" srcId="{70A0E771-6746-4785-B190-E5BA6EEBFD6C}" destId="{F73702EF-D926-40E8-81D5-3B4EE9E7D812}" srcOrd="0" destOrd="0" presId="urn:microsoft.com/office/officeart/2005/8/layout/vList5"/>
    <dgm:cxn modelId="{C0A0DFC6-5D94-4FFC-9F7A-74DE1F1052A9}" type="presOf" srcId="{2A4C45B5-DE82-46C9-B447-C13C32C1789D}" destId="{FDF7865E-5837-40C2-84ED-CD96CD5DEA9E}" srcOrd="0" destOrd="0" presId="urn:microsoft.com/office/officeart/2005/8/layout/vList5"/>
    <dgm:cxn modelId="{BE3CE3CB-2165-4BC7-9CBA-C9EA079759D6}" srcId="{50D277D0-A6AA-4E20-A636-913631E043C3}" destId="{DBC87E0A-D43E-439C-844E-D1FE781E2563}" srcOrd="3" destOrd="0" parTransId="{40CDA928-DB4B-4E76-8327-1ED17FEE1D83}" sibTransId="{9C5083EE-7E8D-47C2-A4A1-31EBAB8034BA}"/>
    <dgm:cxn modelId="{D9966BD8-20DE-459B-81DD-2AF1B95A262B}" type="presOf" srcId="{68D94294-BF3C-4BE9-8ACE-2C931AD495AC}" destId="{CFC04900-2B5D-4FBD-BF1E-2EA300B8C882}" srcOrd="0" destOrd="1" presId="urn:microsoft.com/office/officeart/2005/8/layout/vList5"/>
    <dgm:cxn modelId="{65D66EDC-D304-4D49-9F43-629D672EB6C6}" type="presOf" srcId="{D588C7E3-B39F-47E5-A323-D36D387984FC}" destId="{90C53241-ACDF-4AE4-85FE-138405684BBA}" srcOrd="0" destOrd="1" presId="urn:microsoft.com/office/officeart/2005/8/layout/vList5"/>
    <dgm:cxn modelId="{B51F34E4-989F-422E-97D4-F03405E78CDB}" srcId="{DBC87E0A-D43E-439C-844E-D1FE781E2563}" destId="{BF8026C3-3691-4EAB-9C83-86353C742DE2}" srcOrd="0" destOrd="0" parTransId="{DAF0C074-65D8-44A2-8B92-93FC4C68AED9}" sibTransId="{B2967246-5EFA-4C54-A603-718E35FD78E1}"/>
    <dgm:cxn modelId="{C601F2E4-1B09-4562-9330-8AE6B670A80D}" type="presOf" srcId="{B7943CEB-F6EF-43EF-B6B3-58D3BB991280}" destId="{2C55D40F-4A01-40FF-A69D-C5706B68988A}" srcOrd="0" destOrd="0" presId="urn:microsoft.com/office/officeart/2005/8/layout/vList5"/>
    <dgm:cxn modelId="{F4F07CF4-1A89-485C-9850-D99C289FE6A6}" srcId="{50D277D0-A6AA-4E20-A636-913631E043C3}" destId="{6BBC9AC7-9698-4199-9F6F-EBC3DCF0E2D9}" srcOrd="5" destOrd="0" parTransId="{EF83DCEF-2DA7-44B0-83AE-897EDAE467D8}" sibTransId="{0594BF18-0A3F-43F0-A166-9C959BE8A5AC}"/>
    <dgm:cxn modelId="{EB2990F4-A34E-4D28-888C-3D59AC5A12AD}" type="presOf" srcId="{DBC87E0A-D43E-439C-844E-D1FE781E2563}" destId="{CAAD30D5-0ED1-4CF8-AC8E-B84B58A914B3}" srcOrd="0" destOrd="0" presId="urn:microsoft.com/office/officeart/2005/8/layout/vList5"/>
    <dgm:cxn modelId="{4AB0D6F4-B2BC-44DE-90BF-907A26A29353}" srcId="{51744B94-821C-4F50-A406-A2FBEF4AC1E3}" destId="{31377051-591C-4D80-8EEE-8DC640D56AEA}" srcOrd="0" destOrd="0" parTransId="{DFCE5BE5-CEA0-4710-90D8-BB152A9D44EA}" sibTransId="{BF04673A-E636-431E-9518-D60DB87B15B8}"/>
    <dgm:cxn modelId="{EF4019F7-0CF5-4D9B-800C-51ED539AAEAE}" type="presOf" srcId="{FFDC52E2-CF25-4A90-B669-B357BDEB5691}" destId="{7D827948-DBE3-4C89-B58D-7AE6C12D4295}" srcOrd="0" destOrd="0" presId="urn:microsoft.com/office/officeart/2005/8/layout/vList5"/>
    <dgm:cxn modelId="{A3AE93D4-69BB-4506-8335-5471F82E5730}" type="presParOf" srcId="{4E6BCA86-0FE7-4297-9C42-A14AD16F7B39}" destId="{0135737B-F183-4F97-B309-1F8D298B753A}" srcOrd="0" destOrd="0" presId="urn:microsoft.com/office/officeart/2005/8/layout/vList5"/>
    <dgm:cxn modelId="{DB478DA2-F6ED-4AF7-8AF1-9203077AEE4F}" type="presParOf" srcId="{0135737B-F183-4F97-B309-1F8D298B753A}" destId="{606712DD-F94C-4700-9C89-B057B2098B73}" srcOrd="0" destOrd="0" presId="urn:microsoft.com/office/officeart/2005/8/layout/vList5"/>
    <dgm:cxn modelId="{8081F3E2-E044-494F-BF73-D905798BF23C}" type="presParOf" srcId="{0135737B-F183-4F97-B309-1F8D298B753A}" destId="{F2B67CC7-47EF-45DB-B7CD-874975717CA5}" srcOrd="1" destOrd="0" presId="urn:microsoft.com/office/officeart/2005/8/layout/vList5"/>
    <dgm:cxn modelId="{AA5ABDDF-52E4-4697-BF4C-74FDF45FE246}" type="presParOf" srcId="{4E6BCA86-0FE7-4297-9C42-A14AD16F7B39}" destId="{31B1DF94-4BB8-4ACD-81E4-59B2CB6BFB82}" srcOrd="1" destOrd="0" presId="urn:microsoft.com/office/officeart/2005/8/layout/vList5"/>
    <dgm:cxn modelId="{5561E210-8E71-4F3E-AB48-2488CF949D42}" type="presParOf" srcId="{4E6BCA86-0FE7-4297-9C42-A14AD16F7B39}" destId="{2B38FA49-5AF4-4F43-A875-F51C7FC8B2DC}" srcOrd="2" destOrd="0" presId="urn:microsoft.com/office/officeart/2005/8/layout/vList5"/>
    <dgm:cxn modelId="{C4F87361-7D5A-4C11-9286-D846B157B61B}" type="presParOf" srcId="{2B38FA49-5AF4-4F43-A875-F51C7FC8B2DC}" destId="{E14F7B40-AD37-4159-AEF9-E89696F0967F}" srcOrd="0" destOrd="0" presId="urn:microsoft.com/office/officeart/2005/8/layout/vList5"/>
    <dgm:cxn modelId="{AC53004B-8E97-40C1-8F03-2BA5A9AE6858}" type="presParOf" srcId="{2B38FA49-5AF4-4F43-A875-F51C7FC8B2DC}" destId="{DD2FFE61-CBB6-4CBE-A44D-B998F43E56DF}" srcOrd="1" destOrd="0" presId="urn:microsoft.com/office/officeart/2005/8/layout/vList5"/>
    <dgm:cxn modelId="{554540BC-6429-44E6-9ADE-616C33394F96}" type="presParOf" srcId="{4E6BCA86-0FE7-4297-9C42-A14AD16F7B39}" destId="{BCE50DBB-F570-43D9-886F-E84CB0C5E137}" srcOrd="3" destOrd="0" presId="urn:microsoft.com/office/officeart/2005/8/layout/vList5"/>
    <dgm:cxn modelId="{1BEDC585-381A-48B8-9447-2926EEF7C0CD}" type="presParOf" srcId="{4E6BCA86-0FE7-4297-9C42-A14AD16F7B39}" destId="{8F7A1881-0163-4399-937B-A2DF3274C3D5}" srcOrd="4" destOrd="0" presId="urn:microsoft.com/office/officeart/2005/8/layout/vList5"/>
    <dgm:cxn modelId="{D72F7E62-6B7B-4AA7-A814-42E6132EABB0}" type="presParOf" srcId="{8F7A1881-0163-4399-937B-A2DF3274C3D5}" destId="{FDF7865E-5837-40C2-84ED-CD96CD5DEA9E}" srcOrd="0" destOrd="0" presId="urn:microsoft.com/office/officeart/2005/8/layout/vList5"/>
    <dgm:cxn modelId="{163C8B4E-4320-4C4B-8F7A-A17A86474B12}" type="presParOf" srcId="{8F7A1881-0163-4399-937B-A2DF3274C3D5}" destId="{2C55D40F-4A01-40FF-A69D-C5706B68988A}" srcOrd="1" destOrd="0" presId="urn:microsoft.com/office/officeart/2005/8/layout/vList5"/>
    <dgm:cxn modelId="{DEC370EC-EF27-4EE0-A390-EB7A355355D6}" type="presParOf" srcId="{4E6BCA86-0FE7-4297-9C42-A14AD16F7B39}" destId="{F64E09D2-AA1B-4A62-9373-4E25E46E7286}" srcOrd="5" destOrd="0" presId="urn:microsoft.com/office/officeart/2005/8/layout/vList5"/>
    <dgm:cxn modelId="{9435493D-A976-4EE2-8080-1B8FE8A0D56E}" type="presParOf" srcId="{4E6BCA86-0FE7-4297-9C42-A14AD16F7B39}" destId="{5087CD57-D2EA-4320-BB85-F03DA09B55B1}" srcOrd="6" destOrd="0" presId="urn:microsoft.com/office/officeart/2005/8/layout/vList5"/>
    <dgm:cxn modelId="{99E239FA-BE88-42EC-ADBD-E4AE06FE3E2F}" type="presParOf" srcId="{5087CD57-D2EA-4320-BB85-F03DA09B55B1}" destId="{CAAD30D5-0ED1-4CF8-AC8E-B84B58A914B3}" srcOrd="0" destOrd="0" presId="urn:microsoft.com/office/officeart/2005/8/layout/vList5"/>
    <dgm:cxn modelId="{F802D30D-9D60-48AF-BBB9-E73D47E08AB0}" type="presParOf" srcId="{5087CD57-D2EA-4320-BB85-F03DA09B55B1}" destId="{CFC04900-2B5D-4FBD-BF1E-2EA300B8C882}" srcOrd="1" destOrd="0" presId="urn:microsoft.com/office/officeart/2005/8/layout/vList5"/>
    <dgm:cxn modelId="{751D5C73-9916-42AC-BB62-E18E9F00D761}" type="presParOf" srcId="{4E6BCA86-0FE7-4297-9C42-A14AD16F7B39}" destId="{F1A660B7-3CF1-4D77-A3E4-99CB050B0962}" srcOrd="7" destOrd="0" presId="urn:microsoft.com/office/officeart/2005/8/layout/vList5"/>
    <dgm:cxn modelId="{51D679C6-5E23-4103-B28C-4165E2792938}" type="presParOf" srcId="{4E6BCA86-0FE7-4297-9C42-A14AD16F7B39}" destId="{56231C0B-9AED-44DF-9C66-484F4CAC72BF}" srcOrd="8" destOrd="0" presId="urn:microsoft.com/office/officeart/2005/8/layout/vList5"/>
    <dgm:cxn modelId="{083A40B7-BDDC-48FE-B644-B8734C0CBE0A}" type="presParOf" srcId="{56231C0B-9AED-44DF-9C66-484F4CAC72BF}" destId="{F73702EF-D926-40E8-81D5-3B4EE9E7D812}" srcOrd="0" destOrd="0" presId="urn:microsoft.com/office/officeart/2005/8/layout/vList5"/>
    <dgm:cxn modelId="{850D2816-1DC0-430B-AE8E-857EF6FAE1D7}" type="presParOf" srcId="{56231C0B-9AED-44DF-9C66-484F4CAC72BF}" destId="{844BD470-3E43-4AE8-8A0E-62966631A232}" srcOrd="1" destOrd="0" presId="urn:microsoft.com/office/officeart/2005/8/layout/vList5"/>
    <dgm:cxn modelId="{F5DAF971-7268-427B-8AF3-678ACD9BF742}" type="presParOf" srcId="{4E6BCA86-0FE7-4297-9C42-A14AD16F7B39}" destId="{8E6B7341-968B-4D21-8FF6-048D7D7F1C46}" srcOrd="9" destOrd="0" presId="urn:microsoft.com/office/officeart/2005/8/layout/vList5"/>
    <dgm:cxn modelId="{FA92004A-3BE6-406D-8544-D03B51095B05}" type="presParOf" srcId="{4E6BCA86-0FE7-4297-9C42-A14AD16F7B39}" destId="{9A96DDE6-2683-44CC-B114-E42BB8B27B67}" srcOrd="10" destOrd="0" presId="urn:microsoft.com/office/officeart/2005/8/layout/vList5"/>
    <dgm:cxn modelId="{D29E65EF-C822-4D4D-995B-D1D4D917B7B6}" type="presParOf" srcId="{9A96DDE6-2683-44CC-B114-E42BB8B27B67}" destId="{0939D3BF-0A33-4147-B175-2F40239CEEF5}" srcOrd="0" destOrd="0" presId="urn:microsoft.com/office/officeart/2005/8/layout/vList5"/>
    <dgm:cxn modelId="{2B6C414F-CDBE-4096-B017-1B38DBEAE660}" type="presParOf" srcId="{9A96DDE6-2683-44CC-B114-E42BB8B27B67}" destId="{A3235105-1AD0-4ACD-BDC5-D089F8552197}" srcOrd="1" destOrd="0" presId="urn:microsoft.com/office/officeart/2005/8/layout/vList5"/>
    <dgm:cxn modelId="{9DE96380-9E06-475B-9514-544984A4B18C}" type="presParOf" srcId="{4E6BCA86-0FE7-4297-9C42-A14AD16F7B39}" destId="{4336EF5A-7664-4B82-910B-77BB64C1472C}" srcOrd="11" destOrd="0" presId="urn:microsoft.com/office/officeart/2005/8/layout/vList5"/>
    <dgm:cxn modelId="{B4AE9726-AA91-42DA-B868-85976DDF537C}" type="presParOf" srcId="{4E6BCA86-0FE7-4297-9C42-A14AD16F7B39}" destId="{FE5212D5-3549-45E9-A8DE-E3EE871F80DC}" srcOrd="12" destOrd="0" presId="urn:microsoft.com/office/officeart/2005/8/layout/vList5"/>
    <dgm:cxn modelId="{2C4A5BF6-6E94-49F0-A5B7-3D20B3092C49}" type="presParOf" srcId="{FE5212D5-3549-45E9-A8DE-E3EE871F80DC}" destId="{7D827948-DBE3-4C89-B58D-7AE6C12D4295}" srcOrd="0" destOrd="0" presId="urn:microsoft.com/office/officeart/2005/8/layout/vList5"/>
    <dgm:cxn modelId="{8E7BA5A0-5DDE-46D0-8B9E-D2BF9AC66029}" type="presParOf" srcId="{FE5212D5-3549-45E9-A8DE-E3EE871F80DC}" destId="{E278B488-5F57-4579-B3D7-496C66A85EBA}" srcOrd="1" destOrd="0" presId="urn:microsoft.com/office/officeart/2005/8/layout/vList5"/>
    <dgm:cxn modelId="{7ABE0DFB-DFD8-43D8-8A0C-A8DCEBF07C61}" type="presParOf" srcId="{4E6BCA86-0FE7-4297-9C42-A14AD16F7B39}" destId="{08443479-62A3-4F2B-805E-AA07E1DB9606}" srcOrd="13" destOrd="0" presId="urn:microsoft.com/office/officeart/2005/8/layout/vList5"/>
    <dgm:cxn modelId="{50C04035-51D3-4B4C-B57E-95925888FF1B}" type="presParOf" srcId="{4E6BCA86-0FE7-4297-9C42-A14AD16F7B39}" destId="{2C1ACCA2-CE60-4D0C-8AE3-9DE0586EC444}" srcOrd="14" destOrd="0" presId="urn:microsoft.com/office/officeart/2005/8/layout/vList5"/>
    <dgm:cxn modelId="{00F4AB97-A9D1-4FDA-8192-6187098E31A8}" type="presParOf" srcId="{2C1ACCA2-CE60-4D0C-8AE3-9DE0586EC444}" destId="{738429C6-301B-4464-B9A5-1375664F9788}" srcOrd="0" destOrd="0" presId="urn:microsoft.com/office/officeart/2005/8/layout/vList5"/>
    <dgm:cxn modelId="{A7E9D8B8-17DF-42CD-97D4-DF74C1BAB2EE}" type="presParOf" srcId="{2C1ACCA2-CE60-4D0C-8AE3-9DE0586EC444}" destId="{90C53241-ACDF-4AE4-85FE-138405684BBA}" srcOrd="1" destOrd="0" presId="urn:microsoft.com/office/officeart/2005/8/layout/vList5"/>
    <dgm:cxn modelId="{AF208AD9-0EBE-4ECA-9B27-B9ECED2A2910}" type="presParOf" srcId="{4E6BCA86-0FE7-4297-9C42-A14AD16F7B39}" destId="{761954C8-5DA8-4415-989A-E54B7C9E4C13}" srcOrd="15" destOrd="0" presId="urn:microsoft.com/office/officeart/2005/8/layout/vList5"/>
    <dgm:cxn modelId="{E3223B6F-AE1C-4694-B602-7B9600717137}" type="presParOf" srcId="{4E6BCA86-0FE7-4297-9C42-A14AD16F7B39}" destId="{91CCF298-C39B-4EDA-B30F-29A63CF37140}" srcOrd="16" destOrd="0" presId="urn:microsoft.com/office/officeart/2005/8/layout/vList5"/>
    <dgm:cxn modelId="{88EBAC2F-BDD1-4253-9BB5-982FCA0FF39B}" type="presParOf" srcId="{91CCF298-C39B-4EDA-B30F-29A63CF37140}" destId="{3F5D0A8C-4DFD-4539-B683-7B1D1484DA20}" srcOrd="0" destOrd="0" presId="urn:microsoft.com/office/officeart/2005/8/layout/vList5"/>
    <dgm:cxn modelId="{8A023ABD-1F84-4024-A9F3-4C1CD4FB6665}" type="presParOf" srcId="{91CCF298-C39B-4EDA-B30F-29A63CF37140}" destId="{55C18167-851B-422B-B599-7254014E18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B48B797-690F-490B-9F41-966272DD7CA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934BFD2-1E0E-42B5-8901-D34B5183FAC0}">
      <dgm:prSet/>
      <dgm:spPr/>
      <dgm:t>
        <a:bodyPr/>
        <a:lstStyle/>
        <a:p>
          <a:r>
            <a:rPr lang="en-US" dirty="0"/>
            <a:t>Support for third party plugins</a:t>
          </a:r>
          <a:endParaRPr lang="en-IN" dirty="0"/>
        </a:p>
      </dgm:t>
    </dgm:pt>
    <dgm:pt modelId="{C48E032E-EDFF-49B4-9967-6D1BDC086F27}" type="parTrans" cxnId="{19DD1546-F281-4145-8CD8-3BFBC3C051FC}">
      <dgm:prSet/>
      <dgm:spPr/>
      <dgm:t>
        <a:bodyPr/>
        <a:lstStyle/>
        <a:p>
          <a:endParaRPr lang="en-IN"/>
        </a:p>
      </dgm:t>
    </dgm:pt>
    <dgm:pt modelId="{701E99CB-2E51-4480-83C2-914801EAAA95}" type="sibTrans" cxnId="{19DD1546-F281-4145-8CD8-3BFBC3C051FC}">
      <dgm:prSet/>
      <dgm:spPr/>
      <dgm:t>
        <a:bodyPr/>
        <a:lstStyle/>
        <a:p>
          <a:endParaRPr lang="en-IN"/>
        </a:p>
      </dgm:t>
    </dgm:pt>
    <dgm:pt modelId="{3882B9E3-66F4-491E-9B09-7F2F28658A55}">
      <dgm:prSet/>
      <dgm:spPr/>
      <dgm:t>
        <a:bodyPr/>
        <a:lstStyle/>
        <a:p>
          <a:r>
            <a:rPr lang="en-US" dirty="0"/>
            <a:t>SIDE Tool</a:t>
          </a:r>
          <a:endParaRPr lang="en-IN" dirty="0"/>
        </a:p>
      </dgm:t>
    </dgm:pt>
    <dgm:pt modelId="{1402042F-B960-4415-A42E-C403562F79E2}" type="parTrans" cxnId="{9078D32C-2FDC-4601-869C-832BDDDBB1BF}">
      <dgm:prSet/>
      <dgm:spPr/>
      <dgm:t>
        <a:bodyPr/>
        <a:lstStyle/>
        <a:p>
          <a:endParaRPr lang="en-IN"/>
        </a:p>
      </dgm:t>
    </dgm:pt>
    <dgm:pt modelId="{D10A0D96-3435-4690-B046-4952B56DD0EF}" type="sibTrans" cxnId="{9078D32C-2FDC-4601-869C-832BDDDBB1BF}">
      <dgm:prSet/>
      <dgm:spPr/>
      <dgm:t>
        <a:bodyPr/>
        <a:lstStyle/>
        <a:p>
          <a:endParaRPr lang="en-IN"/>
        </a:p>
      </dgm:t>
    </dgm:pt>
    <dgm:pt modelId="{A1CB881D-819D-4648-AB38-6FD8FB5F460C}">
      <dgm:prSet/>
      <dgm:spPr/>
      <dgm:t>
        <a:bodyPr/>
        <a:lstStyle/>
        <a:p>
          <a:r>
            <a:rPr lang="en-US" dirty="0"/>
            <a:t>Improved GUI</a:t>
          </a:r>
          <a:endParaRPr lang="en-IN" dirty="0"/>
        </a:p>
      </dgm:t>
    </dgm:pt>
    <dgm:pt modelId="{A89A8657-CA5E-43F8-9F8B-DB956282F38A}" type="parTrans" cxnId="{B1FED543-2E53-4468-B77A-3E7FE81F0831}">
      <dgm:prSet/>
      <dgm:spPr/>
      <dgm:t>
        <a:bodyPr/>
        <a:lstStyle/>
        <a:p>
          <a:endParaRPr lang="en-IN"/>
        </a:p>
      </dgm:t>
    </dgm:pt>
    <dgm:pt modelId="{8F178671-CEAE-4BB3-A8FC-32337C411181}" type="sibTrans" cxnId="{B1FED543-2E53-4468-B77A-3E7FE81F0831}">
      <dgm:prSet/>
      <dgm:spPr/>
      <dgm:t>
        <a:bodyPr/>
        <a:lstStyle/>
        <a:p>
          <a:endParaRPr lang="en-IN"/>
        </a:p>
      </dgm:t>
    </dgm:pt>
    <dgm:pt modelId="{82EFBD2F-770C-47CD-AD6C-73E87A0102BD}">
      <dgm:prSet/>
      <dgm:spPr/>
      <dgm:t>
        <a:bodyPr/>
        <a:lstStyle/>
        <a:p>
          <a:r>
            <a:rPr lang="en-US" dirty="0"/>
            <a:t>Enhanced Control Flow mechanism</a:t>
          </a:r>
          <a:endParaRPr lang="en-IN" dirty="0"/>
        </a:p>
      </dgm:t>
    </dgm:pt>
    <dgm:pt modelId="{88745BEA-D133-425D-855C-1D15B0792D82}" type="parTrans" cxnId="{CF0E57E7-0E1F-40E4-8252-8F245F7CB9CE}">
      <dgm:prSet/>
      <dgm:spPr/>
      <dgm:t>
        <a:bodyPr/>
        <a:lstStyle/>
        <a:p>
          <a:endParaRPr lang="en-IN"/>
        </a:p>
      </dgm:t>
    </dgm:pt>
    <dgm:pt modelId="{57315D8F-F979-4832-921B-70A4B65B7404}" type="sibTrans" cxnId="{CF0E57E7-0E1F-40E4-8252-8F245F7CB9CE}">
      <dgm:prSet/>
      <dgm:spPr/>
      <dgm:t>
        <a:bodyPr/>
        <a:lstStyle/>
        <a:p>
          <a:endParaRPr lang="en-IN"/>
        </a:p>
      </dgm:t>
    </dgm:pt>
    <dgm:pt modelId="{D3E04405-0036-4FC4-8164-EA1B4046E35B}">
      <dgm:prSet/>
      <dgm:spPr/>
      <dgm:t>
        <a:bodyPr/>
        <a:lstStyle/>
        <a:p>
          <a:r>
            <a:rPr lang="en-US" dirty="0"/>
            <a:t>Enhanced locator strategy</a:t>
          </a:r>
          <a:endParaRPr lang="en-IN" dirty="0"/>
        </a:p>
      </dgm:t>
    </dgm:pt>
    <dgm:pt modelId="{06B2E646-68FC-4AA3-874E-0FD976A90E7A}" type="parTrans" cxnId="{D3DCDC6D-8CA9-484E-A569-3C968B34C83F}">
      <dgm:prSet/>
      <dgm:spPr/>
      <dgm:t>
        <a:bodyPr/>
        <a:lstStyle/>
        <a:p>
          <a:endParaRPr lang="en-IN"/>
        </a:p>
      </dgm:t>
    </dgm:pt>
    <dgm:pt modelId="{7C3BBDBD-EFC7-4215-9D4D-8E51F5A6E0D2}" type="sibTrans" cxnId="{D3DCDC6D-8CA9-484E-A569-3C968B34C83F}">
      <dgm:prSet/>
      <dgm:spPr/>
      <dgm:t>
        <a:bodyPr/>
        <a:lstStyle/>
        <a:p>
          <a:endParaRPr lang="en-IN"/>
        </a:p>
      </dgm:t>
    </dgm:pt>
    <dgm:pt modelId="{83A76995-0B8B-4AA7-95D2-3177CD16B7A6}">
      <dgm:prSet/>
      <dgm:spPr/>
      <dgm:t>
        <a:bodyPr/>
        <a:lstStyle/>
        <a:p>
          <a:r>
            <a:rPr lang="en-US"/>
            <a:t>Inbuilt runner</a:t>
          </a:r>
          <a:endParaRPr lang="en-IN" dirty="0"/>
        </a:p>
      </dgm:t>
    </dgm:pt>
    <dgm:pt modelId="{64F80695-6F57-49B0-B965-C474E29422EB}" type="parTrans" cxnId="{05ADC95C-B7EC-4BC1-A15B-49CF8759CAFB}">
      <dgm:prSet/>
      <dgm:spPr/>
      <dgm:t>
        <a:bodyPr/>
        <a:lstStyle/>
        <a:p>
          <a:endParaRPr lang="en-IN"/>
        </a:p>
      </dgm:t>
    </dgm:pt>
    <dgm:pt modelId="{EC28D451-F3F6-4853-988A-C4B7FB912E3D}" type="sibTrans" cxnId="{05ADC95C-B7EC-4BC1-A15B-49CF8759CAFB}">
      <dgm:prSet/>
      <dgm:spPr/>
      <dgm:t>
        <a:bodyPr/>
        <a:lstStyle/>
        <a:p>
          <a:endParaRPr lang="en-IN"/>
        </a:p>
      </dgm:t>
    </dgm:pt>
    <dgm:pt modelId="{23762FBA-98AE-4414-9F50-93CAF3D7EC04}" type="pres">
      <dgm:prSet presAssocID="{2B48B797-690F-490B-9F41-966272DD7CA2}" presName="CompostProcess" presStyleCnt="0">
        <dgm:presLayoutVars>
          <dgm:dir/>
          <dgm:resizeHandles val="exact"/>
        </dgm:presLayoutVars>
      </dgm:prSet>
      <dgm:spPr/>
    </dgm:pt>
    <dgm:pt modelId="{70111BBB-865C-4652-A0F6-79E3638A1A1D}" type="pres">
      <dgm:prSet presAssocID="{2B48B797-690F-490B-9F41-966272DD7CA2}" presName="arrow" presStyleLbl="bgShp" presStyleIdx="0" presStyleCnt="1"/>
      <dgm:spPr/>
    </dgm:pt>
    <dgm:pt modelId="{B2B3E726-4C00-4EFC-AE21-E940775D2A77}" type="pres">
      <dgm:prSet presAssocID="{2B48B797-690F-490B-9F41-966272DD7CA2}" presName="linearProcess" presStyleCnt="0"/>
      <dgm:spPr/>
    </dgm:pt>
    <dgm:pt modelId="{5B939288-2B4D-44E2-B3AE-02A5B411AC1C}" type="pres">
      <dgm:prSet presAssocID="{A1CB881D-819D-4648-AB38-6FD8FB5F460C}" presName="textNode" presStyleLbl="node1" presStyleIdx="0" presStyleCnt="6">
        <dgm:presLayoutVars>
          <dgm:bulletEnabled val="1"/>
        </dgm:presLayoutVars>
      </dgm:prSet>
      <dgm:spPr/>
    </dgm:pt>
    <dgm:pt modelId="{342907DB-5437-4819-A269-10F2EB3CD394}" type="pres">
      <dgm:prSet presAssocID="{8F178671-CEAE-4BB3-A8FC-32337C411181}" presName="sibTrans" presStyleCnt="0"/>
      <dgm:spPr/>
    </dgm:pt>
    <dgm:pt modelId="{626AEEFF-0890-46F4-9BFF-15C43EEBF5CA}" type="pres">
      <dgm:prSet presAssocID="{82EFBD2F-770C-47CD-AD6C-73E87A0102BD}" presName="textNode" presStyleLbl="node1" presStyleIdx="1" presStyleCnt="6">
        <dgm:presLayoutVars>
          <dgm:bulletEnabled val="1"/>
        </dgm:presLayoutVars>
      </dgm:prSet>
      <dgm:spPr/>
    </dgm:pt>
    <dgm:pt modelId="{4C88AF50-2684-41C2-A992-859CBF776157}" type="pres">
      <dgm:prSet presAssocID="{57315D8F-F979-4832-921B-70A4B65B7404}" presName="sibTrans" presStyleCnt="0"/>
      <dgm:spPr/>
    </dgm:pt>
    <dgm:pt modelId="{77193DB0-C6CB-4BFE-977E-52CAAD530F2C}" type="pres">
      <dgm:prSet presAssocID="{D3E04405-0036-4FC4-8164-EA1B4046E35B}" presName="textNode" presStyleLbl="node1" presStyleIdx="2" presStyleCnt="6">
        <dgm:presLayoutVars>
          <dgm:bulletEnabled val="1"/>
        </dgm:presLayoutVars>
      </dgm:prSet>
      <dgm:spPr/>
    </dgm:pt>
    <dgm:pt modelId="{C608A342-DA4B-4095-A84C-99996AAD95E9}" type="pres">
      <dgm:prSet presAssocID="{7C3BBDBD-EFC7-4215-9D4D-8E51F5A6E0D2}" presName="sibTrans" presStyleCnt="0"/>
      <dgm:spPr/>
    </dgm:pt>
    <dgm:pt modelId="{6011CC35-CA0E-4E8B-9EA4-A0C3E3677A49}" type="pres">
      <dgm:prSet presAssocID="{83A76995-0B8B-4AA7-95D2-3177CD16B7A6}" presName="textNode" presStyleLbl="node1" presStyleIdx="3" presStyleCnt="6">
        <dgm:presLayoutVars>
          <dgm:bulletEnabled val="1"/>
        </dgm:presLayoutVars>
      </dgm:prSet>
      <dgm:spPr/>
    </dgm:pt>
    <dgm:pt modelId="{CAA05854-23E7-4E8D-A9C6-C303675C392F}" type="pres">
      <dgm:prSet presAssocID="{EC28D451-F3F6-4853-988A-C4B7FB912E3D}" presName="sibTrans" presStyleCnt="0"/>
      <dgm:spPr/>
    </dgm:pt>
    <dgm:pt modelId="{773F08FE-6B9C-402C-A49B-35B900F57E00}" type="pres">
      <dgm:prSet presAssocID="{D934BFD2-1E0E-42B5-8901-D34B5183FAC0}" presName="textNode" presStyleLbl="node1" presStyleIdx="4" presStyleCnt="6">
        <dgm:presLayoutVars>
          <dgm:bulletEnabled val="1"/>
        </dgm:presLayoutVars>
      </dgm:prSet>
      <dgm:spPr/>
    </dgm:pt>
    <dgm:pt modelId="{CF4B1276-30DA-4D25-9694-398AACDA67BC}" type="pres">
      <dgm:prSet presAssocID="{701E99CB-2E51-4480-83C2-914801EAAA95}" presName="sibTrans" presStyleCnt="0"/>
      <dgm:spPr/>
    </dgm:pt>
    <dgm:pt modelId="{B58CCD7C-4B52-436D-A1CB-07B03FE510E8}" type="pres">
      <dgm:prSet presAssocID="{3882B9E3-66F4-491E-9B09-7F2F28658A55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A4727615-FF52-44D3-B309-F8B8D87A82B3}" type="presOf" srcId="{D934BFD2-1E0E-42B5-8901-D34B5183FAC0}" destId="{773F08FE-6B9C-402C-A49B-35B900F57E00}" srcOrd="0" destOrd="0" presId="urn:microsoft.com/office/officeart/2005/8/layout/hProcess9"/>
    <dgm:cxn modelId="{9078D32C-2FDC-4601-869C-832BDDDBB1BF}" srcId="{2B48B797-690F-490B-9F41-966272DD7CA2}" destId="{3882B9E3-66F4-491E-9B09-7F2F28658A55}" srcOrd="5" destOrd="0" parTransId="{1402042F-B960-4415-A42E-C403562F79E2}" sibTransId="{D10A0D96-3435-4690-B046-4952B56DD0EF}"/>
    <dgm:cxn modelId="{EB6C7735-8310-4118-82BA-E6370EC7F708}" type="presOf" srcId="{83A76995-0B8B-4AA7-95D2-3177CD16B7A6}" destId="{6011CC35-CA0E-4E8B-9EA4-A0C3E3677A49}" srcOrd="0" destOrd="0" presId="urn:microsoft.com/office/officeart/2005/8/layout/hProcess9"/>
    <dgm:cxn modelId="{05ADC95C-B7EC-4BC1-A15B-49CF8759CAFB}" srcId="{2B48B797-690F-490B-9F41-966272DD7CA2}" destId="{83A76995-0B8B-4AA7-95D2-3177CD16B7A6}" srcOrd="3" destOrd="0" parTransId="{64F80695-6F57-49B0-B965-C474E29422EB}" sibTransId="{EC28D451-F3F6-4853-988A-C4B7FB912E3D}"/>
    <dgm:cxn modelId="{B1FED543-2E53-4468-B77A-3E7FE81F0831}" srcId="{2B48B797-690F-490B-9F41-966272DD7CA2}" destId="{A1CB881D-819D-4648-AB38-6FD8FB5F460C}" srcOrd="0" destOrd="0" parTransId="{A89A8657-CA5E-43F8-9F8B-DB956282F38A}" sibTransId="{8F178671-CEAE-4BB3-A8FC-32337C411181}"/>
    <dgm:cxn modelId="{19DD1546-F281-4145-8CD8-3BFBC3C051FC}" srcId="{2B48B797-690F-490B-9F41-966272DD7CA2}" destId="{D934BFD2-1E0E-42B5-8901-D34B5183FAC0}" srcOrd="4" destOrd="0" parTransId="{C48E032E-EDFF-49B4-9967-6D1BDC086F27}" sibTransId="{701E99CB-2E51-4480-83C2-914801EAAA95}"/>
    <dgm:cxn modelId="{E10E6F69-70C1-49E2-8F98-976E03716362}" type="presOf" srcId="{3882B9E3-66F4-491E-9B09-7F2F28658A55}" destId="{B58CCD7C-4B52-436D-A1CB-07B03FE510E8}" srcOrd="0" destOrd="0" presId="urn:microsoft.com/office/officeart/2005/8/layout/hProcess9"/>
    <dgm:cxn modelId="{D3DCDC6D-8CA9-484E-A569-3C968B34C83F}" srcId="{2B48B797-690F-490B-9F41-966272DD7CA2}" destId="{D3E04405-0036-4FC4-8164-EA1B4046E35B}" srcOrd="2" destOrd="0" parTransId="{06B2E646-68FC-4AA3-874E-0FD976A90E7A}" sibTransId="{7C3BBDBD-EFC7-4215-9D4D-8E51F5A6E0D2}"/>
    <dgm:cxn modelId="{1E08B651-515A-4466-AC50-D04F65702CBC}" type="presOf" srcId="{D3E04405-0036-4FC4-8164-EA1B4046E35B}" destId="{77193DB0-C6CB-4BFE-977E-52CAAD530F2C}" srcOrd="0" destOrd="0" presId="urn:microsoft.com/office/officeart/2005/8/layout/hProcess9"/>
    <dgm:cxn modelId="{7D7D3F59-1CDD-407D-BC13-EB78A5609526}" type="presOf" srcId="{82EFBD2F-770C-47CD-AD6C-73E87A0102BD}" destId="{626AEEFF-0890-46F4-9BFF-15C43EEBF5CA}" srcOrd="0" destOrd="0" presId="urn:microsoft.com/office/officeart/2005/8/layout/hProcess9"/>
    <dgm:cxn modelId="{61D46C7F-CC9C-44A8-851C-3C38C7B3E332}" type="presOf" srcId="{2B48B797-690F-490B-9F41-966272DD7CA2}" destId="{23762FBA-98AE-4414-9F50-93CAF3D7EC04}" srcOrd="0" destOrd="0" presId="urn:microsoft.com/office/officeart/2005/8/layout/hProcess9"/>
    <dgm:cxn modelId="{02E9208F-78FF-4583-B166-AE9F0FEB63DF}" type="presOf" srcId="{A1CB881D-819D-4648-AB38-6FD8FB5F460C}" destId="{5B939288-2B4D-44E2-B3AE-02A5B411AC1C}" srcOrd="0" destOrd="0" presId="urn:microsoft.com/office/officeart/2005/8/layout/hProcess9"/>
    <dgm:cxn modelId="{CF0E57E7-0E1F-40E4-8252-8F245F7CB9CE}" srcId="{2B48B797-690F-490B-9F41-966272DD7CA2}" destId="{82EFBD2F-770C-47CD-AD6C-73E87A0102BD}" srcOrd="1" destOrd="0" parTransId="{88745BEA-D133-425D-855C-1D15B0792D82}" sibTransId="{57315D8F-F979-4832-921B-70A4B65B7404}"/>
    <dgm:cxn modelId="{C7D23692-F2EB-4D4C-A57E-02AB4BE9240F}" type="presParOf" srcId="{23762FBA-98AE-4414-9F50-93CAF3D7EC04}" destId="{70111BBB-865C-4652-A0F6-79E3638A1A1D}" srcOrd="0" destOrd="0" presId="urn:microsoft.com/office/officeart/2005/8/layout/hProcess9"/>
    <dgm:cxn modelId="{F0B30E8C-D92C-4159-AB97-D1AFA6117D0A}" type="presParOf" srcId="{23762FBA-98AE-4414-9F50-93CAF3D7EC04}" destId="{B2B3E726-4C00-4EFC-AE21-E940775D2A77}" srcOrd="1" destOrd="0" presId="urn:microsoft.com/office/officeart/2005/8/layout/hProcess9"/>
    <dgm:cxn modelId="{F87AFE8A-32B2-4CD5-A2CA-BAE831139AA7}" type="presParOf" srcId="{B2B3E726-4C00-4EFC-AE21-E940775D2A77}" destId="{5B939288-2B4D-44E2-B3AE-02A5B411AC1C}" srcOrd="0" destOrd="0" presId="urn:microsoft.com/office/officeart/2005/8/layout/hProcess9"/>
    <dgm:cxn modelId="{7475364D-C134-4ADF-A6CB-81CF91E3E2CA}" type="presParOf" srcId="{B2B3E726-4C00-4EFC-AE21-E940775D2A77}" destId="{342907DB-5437-4819-A269-10F2EB3CD394}" srcOrd="1" destOrd="0" presId="urn:microsoft.com/office/officeart/2005/8/layout/hProcess9"/>
    <dgm:cxn modelId="{DF61072E-C726-490F-919A-06D9020E937D}" type="presParOf" srcId="{B2B3E726-4C00-4EFC-AE21-E940775D2A77}" destId="{626AEEFF-0890-46F4-9BFF-15C43EEBF5CA}" srcOrd="2" destOrd="0" presId="urn:microsoft.com/office/officeart/2005/8/layout/hProcess9"/>
    <dgm:cxn modelId="{4556264C-00E3-440C-AE70-42F131BEE4F7}" type="presParOf" srcId="{B2B3E726-4C00-4EFC-AE21-E940775D2A77}" destId="{4C88AF50-2684-41C2-A992-859CBF776157}" srcOrd="3" destOrd="0" presId="urn:microsoft.com/office/officeart/2005/8/layout/hProcess9"/>
    <dgm:cxn modelId="{C3A67071-DB4E-4481-88DC-A29139BD0748}" type="presParOf" srcId="{B2B3E726-4C00-4EFC-AE21-E940775D2A77}" destId="{77193DB0-C6CB-4BFE-977E-52CAAD530F2C}" srcOrd="4" destOrd="0" presId="urn:microsoft.com/office/officeart/2005/8/layout/hProcess9"/>
    <dgm:cxn modelId="{9D810A88-02A7-4904-96CC-D5F776AB9658}" type="presParOf" srcId="{B2B3E726-4C00-4EFC-AE21-E940775D2A77}" destId="{C608A342-DA4B-4095-A84C-99996AAD95E9}" srcOrd="5" destOrd="0" presId="urn:microsoft.com/office/officeart/2005/8/layout/hProcess9"/>
    <dgm:cxn modelId="{2585DE70-2587-4309-A23E-F57AC9FD4B14}" type="presParOf" srcId="{B2B3E726-4C00-4EFC-AE21-E940775D2A77}" destId="{6011CC35-CA0E-4E8B-9EA4-A0C3E3677A49}" srcOrd="6" destOrd="0" presId="urn:microsoft.com/office/officeart/2005/8/layout/hProcess9"/>
    <dgm:cxn modelId="{42BE6F4D-202C-4409-9224-7A4CE82F9564}" type="presParOf" srcId="{B2B3E726-4C00-4EFC-AE21-E940775D2A77}" destId="{CAA05854-23E7-4E8D-A9C6-C303675C392F}" srcOrd="7" destOrd="0" presId="urn:microsoft.com/office/officeart/2005/8/layout/hProcess9"/>
    <dgm:cxn modelId="{C0E26FDF-7C80-420D-84B5-2006A6A421D0}" type="presParOf" srcId="{B2B3E726-4C00-4EFC-AE21-E940775D2A77}" destId="{773F08FE-6B9C-402C-A49B-35B900F57E00}" srcOrd="8" destOrd="0" presId="urn:microsoft.com/office/officeart/2005/8/layout/hProcess9"/>
    <dgm:cxn modelId="{95190D55-4FB3-462F-80D5-5598DB748669}" type="presParOf" srcId="{B2B3E726-4C00-4EFC-AE21-E940775D2A77}" destId="{CF4B1276-30DA-4D25-9694-398AACDA67BC}" srcOrd="9" destOrd="0" presId="urn:microsoft.com/office/officeart/2005/8/layout/hProcess9"/>
    <dgm:cxn modelId="{54668990-5AC5-46CE-A507-6F50EFEE64FF}" type="presParOf" srcId="{B2B3E726-4C00-4EFC-AE21-E940775D2A77}" destId="{B58CCD7C-4B52-436D-A1CB-07B03FE510E8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1C4DFA-4625-4E7C-AD34-C38727141D0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7F75D09-300E-41DF-983C-E7FF32BF2243}">
      <dgm:prSet/>
      <dgm:spPr/>
      <dgm:t>
        <a:bodyPr/>
        <a:lstStyle/>
        <a:p>
          <a:r>
            <a:rPr lang="en-IN" dirty="0"/>
            <a:t>Use appropriate naming conventions</a:t>
          </a:r>
        </a:p>
      </dgm:t>
    </dgm:pt>
    <dgm:pt modelId="{B97C9F40-42DC-4869-B3A9-E9853B57833D}" type="parTrans" cxnId="{80548D06-B4A3-4457-A8CD-AE5291A22B75}">
      <dgm:prSet/>
      <dgm:spPr/>
      <dgm:t>
        <a:bodyPr/>
        <a:lstStyle/>
        <a:p>
          <a:endParaRPr lang="en-IN"/>
        </a:p>
      </dgm:t>
    </dgm:pt>
    <dgm:pt modelId="{96E6B7AE-15D9-4E0F-86A1-13F96C39B657}" type="sibTrans" cxnId="{80548D06-B4A3-4457-A8CD-AE5291A22B75}">
      <dgm:prSet/>
      <dgm:spPr/>
      <dgm:t>
        <a:bodyPr/>
        <a:lstStyle/>
        <a:p>
          <a:endParaRPr lang="en-IN"/>
        </a:p>
      </dgm:t>
    </dgm:pt>
    <dgm:pt modelId="{59BF30D0-01DA-4B8A-9126-597DCD1DFF73}">
      <dgm:prSet/>
      <dgm:spPr/>
      <dgm:t>
        <a:bodyPr/>
        <a:lstStyle/>
        <a:p>
          <a:r>
            <a:rPr lang="en-IN" dirty="0"/>
            <a:t>Avoid sleep() - use implicit and explicit wait instead</a:t>
          </a:r>
        </a:p>
      </dgm:t>
    </dgm:pt>
    <dgm:pt modelId="{051F6FCC-9E21-4706-8F3D-DDAC984D210C}" type="parTrans" cxnId="{B25FF0AA-3D27-4249-A54C-EA1B680E1356}">
      <dgm:prSet/>
      <dgm:spPr/>
      <dgm:t>
        <a:bodyPr/>
        <a:lstStyle/>
        <a:p>
          <a:endParaRPr lang="en-IN"/>
        </a:p>
      </dgm:t>
    </dgm:pt>
    <dgm:pt modelId="{3DADE617-1DA2-483F-9487-BCF3E40BACEE}" type="sibTrans" cxnId="{B25FF0AA-3D27-4249-A54C-EA1B680E1356}">
      <dgm:prSet/>
      <dgm:spPr/>
      <dgm:t>
        <a:bodyPr/>
        <a:lstStyle/>
        <a:p>
          <a:endParaRPr lang="en-IN"/>
        </a:p>
      </dgm:t>
    </dgm:pt>
    <dgm:pt modelId="{4843D9DC-EBD5-49AC-BA48-8A3A53509839}">
      <dgm:prSet/>
      <dgm:spPr/>
      <dgm:t>
        <a:bodyPr/>
        <a:lstStyle/>
        <a:p>
          <a:r>
            <a:rPr lang="en-IN" dirty="0"/>
            <a:t>Keep pom.xml clean - removing unused dependencies</a:t>
          </a:r>
        </a:p>
      </dgm:t>
    </dgm:pt>
    <dgm:pt modelId="{6D0C3881-8183-4829-B2B6-6A7CA968E573}" type="parTrans" cxnId="{843AEC00-2D16-4A67-9048-AAFF6558EABC}">
      <dgm:prSet/>
      <dgm:spPr/>
      <dgm:t>
        <a:bodyPr/>
        <a:lstStyle/>
        <a:p>
          <a:endParaRPr lang="en-IN"/>
        </a:p>
      </dgm:t>
    </dgm:pt>
    <dgm:pt modelId="{228930F0-FBD0-4D68-8173-00D9ED60D066}" type="sibTrans" cxnId="{843AEC00-2D16-4A67-9048-AAFF6558EABC}">
      <dgm:prSet/>
      <dgm:spPr/>
      <dgm:t>
        <a:bodyPr/>
        <a:lstStyle/>
        <a:p>
          <a:endParaRPr lang="en-IN"/>
        </a:p>
      </dgm:t>
    </dgm:pt>
    <dgm:pt modelId="{46F5099E-9224-4720-AE98-B3C1248032C8}">
      <dgm:prSet/>
      <dgm:spPr/>
      <dgm:t>
        <a:bodyPr/>
        <a:lstStyle/>
        <a:p>
          <a:r>
            <a:rPr lang="en-IN" dirty="0"/>
            <a:t>Put in good comments </a:t>
          </a:r>
        </a:p>
      </dgm:t>
    </dgm:pt>
    <dgm:pt modelId="{0F1BAF07-A55A-4A78-B74A-BB618C9C5209}" type="parTrans" cxnId="{FDDEF893-2B73-4DF8-836D-E37B311FED85}">
      <dgm:prSet/>
      <dgm:spPr/>
      <dgm:t>
        <a:bodyPr/>
        <a:lstStyle/>
        <a:p>
          <a:endParaRPr lang="en-IN"/>
        </a:p>
      </dgm:t>
    </dgm:pt>
    <dgm:pt modelId="{174A3FD5-E9E9-4C67-8B47-275CEC40CA97}" type="sibTrans" cxnId="{FDDEF893-2B73-4DF8-836D-E37B311FED85}">
      <dgm:prSet/>
      <dgm:spPr/>
      <dgm:t>
        <a:bodyPr/>
        <a:lstStyle/>
        <a:p>
          <a:endParaRPr lang="en-IN"/>
        </a:p>
      </dgm:t>
    </dgm:pt>
    <dgm:pt modelId="{3B7C34C6-838E-42AD-99E3-20A5A3523307}">
      <dgm:prSet/>
      <dgm:spPr/>
      <dgm:t>
        <a:bodyPr/>
        <a:lstStyle/>
        <a:p>
          <a:r>
            <a:rPr lang="en-IN" dirty="0"/>
            <a:t>Remove any console print statements</a:t>
          </a:r>
        </a:p>
      </dgm:t>
    </dgm:pt>
    <dgm:pt modelId="{4BC92A5D-7CE4-495F-AC0C-D5FC026536C5}" type="parTrans" cxnId="{73DA744B-CCF1-426A-9F7C-A940AEE7A76F}">
      <dgm:prSet/>
      <dgm:spPr/>
      <dgm:t>
        <a:bodyPr/>
        <a:lstStyle/>
        <a:p>
          <a:endParaRPr lang="en-IN"/>
        </a:p>
      </dgm:t>
    </dgm:pt>
    <dgm:pt modelId="{98A6A847-FC7D-43E5-9EFB-F947F154E06C}" type="sibTrans" cxnId="{73DA744B-CCF1-426A-9F7C-A940AEE7A76F}">
      <dgm:prSet/>
      <dgm:spPr/>
      <dgm:t>
        <a:bodyPr/>
        <a:lstStyle/>
        <a:p>
          <a:endParaRPr lang="en-IN"/>
        </a:p>
      </dgm:t>
    </dgm:pt>
    <dgm:pt modelId="{F1828A38-FF3D-4F30-A80D-41349133C1DE}">
      <dgm:prSet/>
      <dgm:spPr/>
      <dgm:t>
        <a:bodyPr/>
        <a:lstStyle/>
        <a:p>
          <a:r>
            <a:rPr lang="en-US" dirty="0"/>
            <a:t>Implement logging and reporting</a:t>
          </a:r>
          <a:endParaRPr lang="en-IN" dirty="0"/>
        </a:p>
      </dgm:t>
    </dgm:pt>
    <dgm:pt modelId="{F08D184A-4C93-4987-B3DD-0F41002AF845}" type="parTrans" cxnId="{D9514EA7-EFC6-41FC-8241-85A021D54BBF}">
      <dgm:prSet/>
      <dgm:spPr/>
      <dgm:t>
        <a:bodyPr/>
        <a:lstStyle/>
        <a:p>
          <a:endParaRPr lang="en-IN"/>
        </a:p>
      </dgm:t>
    </dgm:pt>
    <dgm:pt modelId="{051B547C-553E-408B-9CE7-ADE2E034A37C}" type="sibTrans" cxnId="{D9514EA7-EFC6-41FC-8241-85A021D54BBF}">
      <dgm:prSet/>
      <dgm:spPr/>
      <dgm:t>
        <a:bodyPr/>
        <a:lstStyle/>
        <a:p>
          <a:endParaRPr lang="en-IN"/>
        </a:p>
      </dgm:t>
    </dgm:pt>
    <dgm:pt modelId="{CEF4E22E-23D8-4D0C-A973-668FE5F1CE88}">
      <dgm:prSet/>
      <dgm:spPr/>
      <dgm:t>
        <a:bodyPr/>
        <a:lstStyle/>
        <a:p>
          <a:r>
            <a:rPr lang="en-US" dirty="0"/>
            <a:t>Use Design patterns</a:t>
          </a:r>
          <a:endParaRPr lang="en-IN" dirty="0"/>
        </a:p>
      </dgm:t>
    </dgm:pt>
    <dgm:pt modelId="{41F41CB5-AEC2-4764-8561-97DF620A1659}" type="parTrans" cxnId="{EDC77613-8AA2-4C97-8ECE-050AF32B9E2C}">
      <dgm:prSet/>
      <dgm:spPr/>
      <dgm:t>
        <a:bodyPr/>
        <a:lstStyle/>
        <a:p>
          <a:endParaRPr lang="en-IN"/>
        </a:p>
      </dgm:t>
    </dgm:pt>
    <dgm:pt modelId="{0AC9BB71-53FA-4D3B-8202-F0E2DE3DF9A0}" type="sibTrans" cxnId="{EDC77613-8AA2-4C97-8ECE-050AF32B9E2C}">
      <dgm:prSet/>
      <dgm:spPr/>
      <dgm:t>
        <a:bodyPr/>
        <a:lstStyle/>
        <a:p>
          <a:endParaRPr lang="en-IN"/>
        </a:p>
      </dgm:t>
    </dgm:pt>
    <dgm:pt modelId="{AF36C099-C6BB-444A-8F02-1FD1F77BF739}">
      <dgm:prSet/>
      <dgm:spPr/>
      <dgm:t>
        <a:bodyPr/>
        <a:lstStyle/>
        <a:p>
          <a:r>
            <a:rPr lang="en-US" dirty="0"/>
            <a:t>Externalize </a:t>
          </a:r>
          <a:r>
            <a:rPr lang="en-US" dirty="0" err="1"/>
            <a:t>testdata</a:t>
          </a:r>
          <a:endParaRPr lang="en-IN" dirty="0"/>
        </a:p>
      </dgm:t>
    </dgm:pt>
    <dgm:pt modelId="{23EEE975-0415-4ACC-BD94-043F7ED4DF22}" type="parTrans" cxnId="{309F4B99-DAB5-4976-844C-46753EA02FBE}">
      <dgm:prSet/>
      <dgm:spPr/>
      <dgm:t>
        <a:bodyPr/>
        <a:lstStyle/>
        <a:p>
          <a:endParaRPr lang="en-IN"/>
        </a:p>
      </dgm:t>
    </dgm:pt>
    <dgm:pt modelId="{18230EA5-AC35-4297-949F-C17DE19AAA5C}" type="sibTrans" cxnId="{309F4B99-DAB5-4976-844C-46753EA02FBE}">
      <dgm:prSet/>
      <dgm:spPr/>
      <dgm:t>
        <a:bodyPr/>
        <a:lstStyle/>
        <a:p>
          <a:endParaRPr lang="en-IN"/>
        </a:p>
      </dgm:t>
    </dgm:pt>
    <dgm:pt modelId="{1B5CBC30-40A0-414D-8023-77DEDE287096}" type="pres">
      <dgm:prSet presAssocID="{D41C4DFA-4625-4E7C-AD34-C38727141D0F}" presName="linearFlow" presStyleCnt="0">
        <dgm:presLayoutVars>
          <dgm:dir/>
          <dgm:resizeHandles val="exact"/>
        </dgm:presLayoutVars>
      </dgm:prSet>
      <dgm:spPr/>
    </dgm:pt>
    <dgm:pt modelId="{591394ED-0000-4102-B6A7-EE1A1BDBBD0A}" type="pres">
      <dgm:prSet presAssocID="{CEF4E22E-23D8-4D0C-A973-668FE5F1CE88}" presName="composite" presStyleCnt="0"/>
      <dgm:spPr/>
    </dgm:pt>
    <dgm:pt modelId="{4166AAE6-9F1F-48ED-99D6-7E55EF034A7E}" type="pres">
      <dgm:prSet presAssocID="{CEF4E22E-23D8-4D0C-A973-668FE5F1CE88}" presName="imgShp" presStyleLbl="fgImgPlace1" presStyleIdx="0" presStyleCnt="8"/>
      <dgm:spPr/>
    </dgm:pt>
    <dgm:pt modelId="{FA7A9D81-A22B-4CD3-926D-56E1B3127E64}" type="pres">
      <dgm:prSet presAssocID="{CEF4E22E-23D8-4D0C-A973-668FE5F1CE88}" presName="txShp" presStyleLbl="node1" presStyleIdx="0" presStyleCnt="8">
        <dgm:presLayoutVars>
          <dgm:bulletEnabled val="1"/>
        </dgm:presLayoutVars>
      </dgm:prSet>
      <dgm:spPr/>
    </dgm:pt>
    <dgm:pt modelId="{6B989B78-042D-443F-BCBD-AAB3D9837C53}" type="pres">
      <dgm:prSet presAssocID="{0AC9BB71-53FA-4D3B-8202-F0E2DE3DF9A0}" presName="spacing" presStyleCnt="0"/>
      <dgm:spPr/>
    </dgm:pt>
    <dgm:pt modelId="{4ABBFE7D-A219-4FCA-94D3-08AE877B2CDB}" type="pres">
      <dgm:prSet presAssocID="{67F75D09-300E-41DF-983C-E7FF32BF2243}" presName="composite" presStyleCnt="0"/>
      <dgm:spPr/>
    </dgm:pt>
    <dgm:pt modelId="{E899B59C-0A15-437B-BE43-F3B89E91E584}" type="pres">
      <dgm:prSet presAssocID="{67F75D09-300E-41DF-983C-E7FF32BF2243}" presName="imgShp" presStyleLbl="fgImgPlace1" presStyleIdx="1" presStyleCnt="8"/>
      <dgm:spPr/>
    </dgm:pt>
    <dgm:pt modelId="{821AAD03-D764-402E-9738-C28FF763251B}" type="pres">
      <dgm:prSet presAssocID="{67F75D09-300E-41DF-983C-E7FF32BF2243}" presName="txShp" presStyleLbl="node1" presStyleIdx="1" presStyleCnt="8">
        <dgm:presLayoutVars>
          <dgm:bulletEnabled val="1"/>
        </dgm:presLayoutVars>
      </dgm:prSet>
      <dgm:spPr/>
    </dgm:pt>
    <dgm:pt modelId="{1E2EB2FD-5CE6-43EF-BC30-09F3C4E8F3D8}" type="pres">
      <dgm:prSet presAssocID="{96E6B7AE-15D9-4E0F-86A1-13F96C39B657}" presName="spacing" presStyleCnt="0"/>
      <dgm:spPr/>
    </dgm:pt>
    <dgm:pt modelId="{817FE3F5-22BC-4A9C-A3CD-86D004B7632B}" type="pres">
      <dgm:prSet presAssocID="{F1828A38-FF3D-4F30-A80D-41349133C1DE}" presName="composite" presStyleCnt="0"/>
      <dgm:spPr/>
    </dgm:pt>
    <dgm:pt modelId="{670FAEDA-6900-45C9-87FC-2EADF06CE238}" type="pres">
      <dgm:prSet presAssocID="{F1828A38-FF3D-4F30-A80D-41349133C1DE}" presName="imgShp" presStyleLbl="fgImgPlace1" presStyleIdx="2" presStyleCnt="8"/>
      <dgm:spPr/>
    </dgm:pt>
    <dgm:pt modelId="{9C66830C-52DA-4595-8D82-331C81D4B784}" type="pres">
      <dgm:prSet presAssocID="{F1828A38-FF3D-4F30-A80D-41349133C1DE}" presName="txShp" presStyleLbl="node1" presStyleIdx="2" presStyleCnt="8">
        <dgm:presLayoutVars>
          <dgm:bulletEnabled val="1"/>
        </dgm:presLayoutVars>
      </dgm:prSet>
      <dgm:spPr/>
    </dgm:pt>
    <dgm:pt modelId="{D3D80F0D-A5F2-4DF2-B26C-CAD6218C8F86}" type="pres">
      <dgm:prSet presAssocID="{051B547C-553E-408B-9CE7-ADE2E034A37C}" presName="spacing" presStyleCnt="0"/>
      <dgm:spPr/>
    </dgm:pt>
    <dgm:pt modelId="{723025D3-C9B6-46FD-B3A1-553E2DB0DA3A}" type="pres">
      <dgm:prSet presAssocID="{AF36C099-C6BB-444A-8F02-1FD1F77BF739}" presName="composite" presStyleCnt="0"/>
      <dgm:spPr/>
    </dgm:pt>
    <dgm:pt modelId="{90791F68-FF96-407C-BDE0-60BB2E8F7FC2}" type="pres">
      <dgm:prSet presAssocID="{AF36C099-C6BB-444A-8F02-1FD1F77BF739}" presName="imgShp" presStyleLbl="fgImgPlace1" presStyleIdx="3" presStyleCnt="8"/>
      <dgm:spPr/>
    </dgm:pt>
    <dgm:pt modelId="{850CB7DC-FBDB-44F0-ABA5-1673FA667051}" type="pres">
      <dgm:prSet presAssocID="{AF36C099-C6BB-444A-8F02-1FD1F77BF739}" presName="txShp" presStyleLbl="node1" presStyleIdx="3" presStyleCnt="8">
        <dgm:presLayoutVars>
          <dgm:bulletEnabled val="1"/>
        </dgm:presLayoutVars>
      </dgm:prSet>
      <dgm:spPr/>
    </dgm:pt>
    <dgm:pt modelId="{099EF9F5-86C4-421B-B523-4E188AB52014}" type="pres">
      <dgm:prSet presAssocID="{18230EA5-AC35-4297-949F-C17DE19AAA5C}" presName="spacing" presStyleCnt="0"/>
      <dgm:spPr/>
    </dgm:pt>
    <dgm:pt modelId="{583209DD-7E52-4BFC-8E43-2B924280EA31}" type="pres">
      <dgm:prSet presAssocID="{59BF30D0-01DA-4B8A-9126-597DCD1DFF73}" presName="composite" presStyleCnt="0"/>
      <dgm:spPr/>
    </dgm:pt>
    <dgm:pt modelId="{B325D216-CD3B-4CFD-A41A-3C7E8C6FD84B}" type="pres">
      <dgm:prSet presAssocID="{59BF30D0-01DA-4B8A-9126-597DCD1DFF73}" presName="imgShp" presStyleLbl="fgImgPlace1" presStyleIdx="4" presStyleCnt="8"/>
      <dgm:spPr/>
    </dgm:pt>
    <dgm:pt modelId="{D43ED461-8243-4457-BEE7-F3012E7E748C}" type="pres">
      <dgm:prSet presAssocID="{59BF30D0-01DA-4B8A-9126-597DCD1DFF73}" presName="txShp" presStyleLbl="node1" presStyleIdx="4" presStyleCnt="8">
        <dgm:presLayoutVars>
          <dgm:bulletEnabled val="1"/>
        </dgm:presLayoutVars>
      </dgm:prSet>
      <dgm:spPr/>
    </dgm:pt>
    <dgm:pt modelId="{D1DEF302-A4AD-4928-8564-2ACFDCA1A6D2}" type="pres">
      <dgm:prSet presAssocID="{3DADE617-1DA2-483F-9487-BCF3E40BACEE}" presName="spacing" presStyleCnt="0"/>
      <dgm:spPr/>
    </dgm:pt>
    <dgm:pt modelId="{1E40A1EC-F94F-4683-8D3D-76EC7E18F94A}" type="pres">
      <dgm:prSet presAssocID="{4843D9DC-EBD5-49AC-BA48-8A3A53509839}" presName="composite" presStyleCnt="0"/>
      <dgm:spPr/>
    </dgm:pt>
    <dgm:pt modelId="{B9302DEB-E523-4DCE-84A2-12DABD634683}" type="pres">
      <dgm:prSet presAssocID="{4843D9DC-EBD5-49AC-BA48-8A3A53509839}" presName="imgShp" presStyleLbl="fgImgPlace1" presStyleIdx="5" presStyleCnt="8"/>
      <dgm:spPr/>
    </dgm:pt>
    <dgm:pt modelId="{52F347F1-F922-48F9-B532-29C8621A0E7B}" type="pres">
      <dgm:prSet presAssocID="{4843D9DC-EBD5-49AC-BA48-8A3A53509839}" presName="txShp" presStyleLbl="node1" presStyleIdx="5" presStyleCnt="8">
        <dgm:presLayoutVars>
          <dgm:bulletEnabled val="1"/>
        </dgm:presLayoutVars>
      </dgm:prSet>
      <dgm:spPr/>
    </dgm:pt>
    <dgm:pt modelId="{4EAF7FF9-4BC0-4151-BBC5-412C58A5B59A}" type="pres">
      <dgm:prSet presAssocID="{228930F0-FBD0-4D68-8173-00D9ED60D066}" presName="spacing" presStyleCnt="0"/>
      <dgm:spPr/>
    </dgm:pt>
    <dgm:pt modelId="{6A28C361-1103-49A8-A055-C2332D0EF07A}" type="pres">
      <dgm:prSet presAssocID="{46F5099E-9224-4720-AE98-B3C1248032C8}" presName="composite" presStyleCnt="0"/>
      <dgm:spPr/>
    </dgm:pt>
    <dgm:pt modelId="{9C8EB2A4-5E9F-48AB-9DB9-734F462C595F}" type="pres">
      <dgm:prSet presAssocID="{46F5099E-9224-4720-AE98-B3C1248032C8}" presName="imgShp" presStyleLbl="fgImgPlace1" presStyleIdx="6" presStyleCnt="8"/>
      <dgm:spPr/>
    </dgm:pt>
    <dgm:pt modelId="{EE556EEF-A18D-469F-98AF-33271F1F7A99}" type="pres">
      <dgm:prSet presAssocID="{46F5099E-9224-4720-AE98-B3C1248032C8}" presName="txShp" presStyleLbl="node1" presStyleIdx="6" presStyleCnt="8">
        <dgm:presLayoutVars>
          <dgm:bulletEnabled val="1"/>
        </dgm:presLayoutVars>
      </dgm:prSet>
      <dgm:spPr/>
    </dgm:pt>
    <dgm:pt modelId="{21BAD548-6CDB-40E5-8FF5-874883DA81FC}" type="pres">
      <dgm:prSet presAssocID="{174A3FD5-E9E9-4C67-8B47-275CEC40CA97}" presName="spacing" presStyleCnt="0"/>
      <dgm:spPr/>
    </dgm:pt>
    <dgm:pt modelId="{7DA7316E-8DD8-42AB-A9F9-E15671C407DD}" type="pres">
      <dgm:prSet presAssocID="{3B7C34C6-838E-42AD-99E3-20A5A3523307}" presName="composite" presStyleCnt="0"/>
      <dgm:spPr/>
    </dgm:pt>
    <dgm:pt modelId="{019751AB-2679-4B61-BA37-2092A358E83C}" type="pres">
      <dgm:prSet presAssocID="{3B7C34C6-838E-42AD-99E3-20A5A3523307}" presName="imgShp" presStyleLbl="fgImgPlace1" presStyleIdx="7" presStyleCnt="8"/>
      <dgm:spPr/>
    </dgm:pt>
    <dgm:pt modelId="{5B23DD97-3B5E-4017-93A3-862725EF3795}" type="pres">
      <dgm:prSet presAssocID="{3B7C34C6-838E-42AD-99E3-20A5A3523307}" presName="txShp" presStyleLbl="node1" presStyleIdx="7" presStyleCnt="8">
        <dgm:presLayoutVars>
          <dgm:bulletEnabled val="1"/>
        </dgm:presLayoutVars>
      </dgm:prSet>
      <dgm:spPr/>
    </dgm:pt>
  </dgm:ptLst>
  <dgm:cxnLst>
    <dgm:cxn modelId="{843AEC00-2D16-4A67-9048-AAFF6558EABC}" srcId="{D41C4DFA-4625-4E7C-AD34-C38727141D0F}" destId="{4843D9DC-EBD5-49AC-BA48-8A3A53509839}" srcOrd="5" destOrd="0" parTransId="{6D0C3881-8183-4829-B2B6-6A7CA968E573}" sibTransId="{228930F0-FBD0-4D68-8173-00D9ED60D066}"/>
    <dgm:cxn modelId="{80548D06-B4A3-4457-A8CD-AE5291A22B75}" srcId="{D41C4DFA-4625-4E7C-AD34-C38727141D0F}" destId="{67F75D09-300E-41DF-983C-E7FF32BF2243}" srcOrd="1" destOrd="0" parTransId="{B97C9F40-42DC-4869-B3A9-E9853B57833D}" sibTransId="{96E6B7AE-15D9-4E0F-86A1-13F96C39B657}"/>
    <dgm:cxn modelId="{A5911313-C972-49A5-8BE9-CF4799443C7F}" type="presOf" srcId="{4843D9DC-EBD5-49AC-BA48-8A3A53509839}" destId="{52F347F1-F922-48F9-B532-29C8621A0E7B}" srcOrd="0" destOrd="0" presId="urn:microsoft.com/office/officeart/2005/8/layout/vList3"/>
    <dgm:cxn modelId="{EDC77613-8AA2-4C97-8ECE-050AF32B9E2C}" srcId="{D41C4DFA-4625-4E7C-AD34-C38727141D0F}" destId="{CEF4E22E-23D8-4D0C-A973-668FE5F1CE88}" srcOrd="0" destOrd="0" parTransId="{41F41CB5-AEC2-4764-8561-97DF620A1659}" sibTransId="{0AC9BB71-53FA-4D3B-8202-F0E2DE3DF9A0}"/>
    <dgm:cxn modelId="{75B1FE39-B245-4E90-9623-15C5EB1F9708}" type="presOf" srcId="{3B7C34C6-838E-42AD-99E3-20A5A3523307}" destId="{5B23DD97-3B5E-4017-93A3-862725EF3795}" srcOrd="0" destOrd="0" presId="urn:microsoft.com/office/officeart/2005/8/layout/vList3"/>
    <dgm:cxn modelId="{1A501E3F-F8AD-4F88-9C91-3614064C46A4}" type="presOf" srcId="{F1828A38-FF3D-4F30-A80D-41349133C1DE}" destId="{9C66830C-52DA-4595-8D82-331C81D4B784}" srcOrd="0" destOrd="0" presId="urn:microsoft.com/office/officeart/2005/8/layout/vList3"/>
    <dgm:cxn modelId="{FDC76C4B-6068-40C8-B4FC-2863AACC248D}" type="presOf" srcId="{46F5099E-9224-4720-AE98-B3C1248032C8}" destId="{EE556EEF-A18D-469F-98AF-33271F1F7A99}" srcOrd="0" destOrd="0" presId="urn:microsoft.com/office/officeart/2005/8/layout/vList3"/>
    <dgm:cxn modelId="{73DA744B-CCF1-426A-9F7C-A940AEE7A76F}" srcId="{D41C4DFA-4625-4E7C-AD34-C38727141D0F}" destId="{3B7C34C6-838E-42AD-99E3-20A5A3523307}" srcOrd="7" destOrd="0" parTransId="{4BC92A5D-7CE4-495F-AC0C-D5FC026536C5}" sibTransId="{98A6A847-FC7D-43E5-9EFB-F947F154E06C}"/>
    <dgm:cxn modelId="{89946654-59EA-46F2-A62A-CF40F9DE9F82}" type="presOf" srcId="{CEF4E22E-23D8-4D0C-A973-668FE5F1CE88}" destId="{FA7A9D81-A22B-4CD3-926D-56E1B3127E64}" srcOrd="0" destOrd="0" presId="urn:microsoft.com/office/officeart/2005/8/layout/vList3"/>
    <dgm:cxn modelId="{EB802A88-9B56-49A2-806E-A4268F038FC8}" type="presOf" srcId="{D41C4DFA-4625-4E7C-AD34-C38727141D0F}" destId="{1B5CBC30-40A0-414D-8023-77DEDE287096}" srcOrd="0" destOrd="0" presId="urn:microsoft.com/office/officeart/2005/8/layout/vList3"/>
    <dgm:cxn modelId="{FDDEF893-2B73-4DF8-836D-E37B311FED85}" srcId="{D41C4DFA-4625-4E7C-AD34-C38727141D0F}" destId="{46F5099E-9224-4720-AE98-B3C1248032C8}" srcOrd="6" destOrd="0" parTransId="{0F1BAF07-A55A-4A78-B74A-BB618C9C5209}" sibTransId="{174A3FD5-E9E9-4C67-8B47-275CEC40CA97}"/>
    <dgm:cxn modelId="{2640B698-6AE0-40F6-8B5D-D3C9102103CD}" type="presOf" srcId="{59BF30D0-01DA-4B8A-9126-597DCD1DFF73}" destId="{D43ED461-8243-4457-BEE7-F3012E7E748C}" srcOrd="0" destOrd="0" presId="urn:microsoft.com/office/officeart/2005/8/layout/vList3"/>
    <dgm:cxn modelId="{309F4B99-DAB5-4976-844C-46753EA02FBE}" srcId="{D41C4DFA-4625-4E7C-AD34-C38727141D0F}" destId="{AF36C099-C6BB-444A-8F02-1FD1F77BF739}" srcOrd="3" destOrd="0" parTransId="{23EEE975-0415-4ACC-BD94-043F7ED4DF22}" sibTransId="{18230EA5-AC35-4297-949F-C17DE19AAA5C}"/>
    <dgm:cxn modelId="{D9514EA7-EFC6-41FC-8241-85A021D54BBF}" srcId="{D41C4DFA-4625-4E7C-AD34-C38727141D0F}" destId="{F1828A38-FF3D-4F30-A80D-41349133C1DE}" srcOrd="2" destOrd="0" parTransId="{F08D184A-4C93-4987-B3DD-0F41002AF845}" sibTransId="{051B547C-553E-408B-9CE7-ADE2E034A37C}"/>
    <dgm:cxn modelId="{B25FF0AA-3D27-4249-A54C-EA1B680E1356}" srcId="{D41C4DFA-4625-4E7C-AD34-C38727141D0F}" destId="{59BF30D0-01DA-4B8A-9126-597DCD1DFF73}" srcOrd="4" destOrd="0" parTransId="{051F6FCC-9E21-4706-8F3D-DDAC984D210C}" sibTransId="{3DADE617-1DA2-483F-9487-BCF3E40BACEE}"/>
    <dgm:cxn modelId="{78574AE7-8126-450B-911E-080630EAA9EC}" type="presOf" srcId="{AF36C099-C6BB-444A-8F02-1FD1F77BF739}" destId="{850CB7DC-FBDB-44F0-ABA5-1673FA667051}" srcOrd="0" destOrd="0" presId="urn:microsoft.com/office/officeart/2005/8/layout/vList3"/>
    <dgm:cxn modelId="{8DC7B0F7-2FAD-452D-969B-A1355A64C8DC}" type="presOf" srcId="{67F75D09-300E-41DF-983C-E7FF32BF2243}" destId="{821AAD03-D764-402E-9738-C28FF763251B}" srcOrd="0" destOrd="0" presId="urn:microsoft.com/office/officeart/2005/8/layout/vList3"/>
    <dgm:cxn modelId="{B8E86B2B-487D-4F2E-BFD4-B5B7A026A7F8}" type="presParOf" srcId="{1B5CBC30-40A0-414D-8023-77DEDE287096}" destId="{591394ED-0000-4102-B6A7-EE1A1BDBBD0A}" srcOrd="0" destOrd="0" presId="urn:microsoft.com/office/officeart/2005/8/layout/vList3"/>
    <dgm:cxn modelId="{7779EFEA-B33E-4FB5-AD29-74DF220D9159}" type="presParOf" srcId="{591394ED-0000-4102-B6A7-EE1A1BDBBD0A}" destId="{4166AAE6-9F1F-48ED-99D6-7E55EF034A7E}" srcOrd="0" destOrd="0" presId="urn:microsoft.com/office/officeart/2005/8/layout/vList3"/>
    <dgm:cxn modelId="{BF5E8E3A-F121-412C-B2E2-F08247AF718A}" type="presParOf" srcId="{591394ED-0000-4102-B6A7-EE1A1BDBBD0A}" destId="{FA7A9D81-A22B-4CD3-926D-56E1B3127E64}" srcOrd="1" destOrd="0" presId="urn:microsoft.com/office/officeart/2005/8/layout/vList3"/>
    <dgm:cxn modelId="{37921990-A649-467F-B967-0BEB04DE99D1}" type="presParOf" srcId="{1B5CBC30-40A0-414D-8023-77DEDE287096}" destId="{6B989B78-042D-443F-BCBD-AAB3D9837C53}" srcOrd="1" destOrd="0" presId="urn:microsoft.com/office/officeart/2005/8/layout/vList3"/>
    <dgm:cxn modelId="{68A6A77F-CC1A-4128-990F-38FCB04A15C2}" type="presParOf" srcId="{1B5CBC30-40A0-414D-8023-77DEDE287096}" destId="{4ABBFE7D-A219-4FCA-94D3-08AE877B2CDB}" srcOrd="2" destOrd="0" presId="urn:microsoft.com/office/officeart/2005/8/layout/vList3"/>
    <dgm:cxn modelId="{A9D4B6AC-E45A-4B0B-9F78-893A3911FFEF}" type="presParOf" srcId="{4ABBFE7D-A219-4FCA-94D3-08AE877B2CDB}" destId="{E899B59C-0A15-437B-BE43-F3B89E91E584}" srcOrd="0" destOrd="0" presId="urn:microsoft.com/office/officeart/2005/8/layout/vList3"/>
    <dgm:cxn modelId="{67218F8B-3901-42F3-AA41-0E042FCA3CEE}" type="presParOf" srcId="{4ABBFE7D-A219-4FCA-94D3-08AE877B2CDB}" destId="{821AAD03-D764-402E-9738-C28FF763251B}" srcOrd="1" destOrd="0" presId="urn:microsoft.com/office/officeart/2005/8/layout/vList3"/>
    <dgm:cxn modelId="{7CF24355-9223-4BFF-8955-DD54F4676AEA}" type="presParOf" srcId="{1B5CBC30-40A0-414D-8023-77DEDE287096}" destId="{1E2EB2FD-5CE6-43EF-BC30-09F3C4E8F3D8}" srcOrd="3" destOrd="0" presId="urn:microsoft.com/office/officeart/2005/8/layout/vList3"/>
    <dgm:cxn modelId="{FE17E617-84D2-48F1-9632-A5BCFEDE37A3}" type="presParOf" srcId="{1B5CBC30-40A0-414D-8023-77DEDE287096}" destId="{817FE3F5-22BC-4A9C-A3CD-86D004B7632B}" srcOrd="4" destOrd="0" presId="urn:microsoft.com/office/officeart/2005/8/layout/vList3"/>
    <dgm:cxn modelId="{CFD3769D-571A-4F00-9E5E-07598ABD5E6A}" type="presParOf" srcId="{817FE3F5-22BC-4A9C-A3CD-86D004B7632B}" destId="{670FAEDA-6900-45C9-87FC-2EADF06CE238}" srcOrd="0" destOrd="0" presId="urn:microsoft.com/office/officeart/2005/8/layout/vList3"/>
    <dgm:cxn modelId="{93973025-E2A3-4B8A-BA5A-4E3449243AEB}" type="presParOf" srcId="{817FE3F5-22BC-4A9C-A3CD-86D004B7632B}" destId="{9C66830C-52DA-4595-8D82-331C81D4B784}" srcOrd="1" destOrd="0" presId="urn:microsoft.com/office/officeart/2005/8/layout/vList3"/>
    <dgm:cxn modelId="{DAF30B14-49CF-46C8-BADA-7742373F9404}" type="presParOf" srcId="{1B5CBC30-40A0-414D-8023-77DEDE287096}" destId="{D3D80F0D-A5F2-4DF2-B26C-CAD6218C8F86}" srcOrd="5" destOrd="0" presId="urn:microsoft.com/office/officeart/2005/8/layout/vList3"/>
    <dgm:cxn modelId="{61ACA438-C66F-4FDE-AE79-3C7380E71B9C}" type="presParOf" srcId="{1B5CBC30-40A0-414D-8023-77DEDE287096}" destId="{723025D3-C9B6-46FD-B3A1-553E2DB0DA3A}" srcOrd="6" destOrd="0" presId="urn:microsoft.com/office/officeart/2005/8/layout/vList3"/>
    <dgm:cxn modelId="{68D3711F-2026-4780-A6EB-71C5AD64D699}" type="presParOf" srcId="{723025D3-C9B6-46FD-B3A1-553E2DB0DA3A}" destId="{90791F68-FF96-407C-BDE0-60BB2E8F7FC2}" srcOrd="0" destOrd="0" presId="urn:microsoft.com/office/officeart/2005/8/layout/vList3"/>
    <dgm:cxn modelId="{10ED4181-B3B9-425A-8809-0BD51A8D6331}" type="presParOf" srcId="{723025D3-C9B6-46FD-B3A1-553E2DB0DA3A}" destId="{850CB7DC-FBDB-44F0-ABA5-1673FA667051}" srcOrd="1" destOrd="0" presId="urn:microsoft.com/office/officeart/2005/8/layout/vList3"/>
    <dgm:cxn modelId="{C7FBF187-C9EE-48DB-8206-115F26B12C91}" type="presParOf" srcId="{1B5CBC30-40A0-414D-8023-77DEDE287096}" destId="{099EF9F5-86C4-421B-B523-4E188AB52014}" srcOrd="7" destOrd="0" presId="urn:microsoft.com/office/officeart/2005/8/layout/vList3"/>
    <dgm:cxn modelId="{D878209F-E5EF-459C-AECB-742FE3FDC56A}" type="presParOf" srcId="{1B5CBC30-40A0-414D-8023-77DEDE287096}" destId="{583209DD-7E52-4BFC-8E43-2B924280EA31}" srcOrd="8" destOrd="0" presId="urn:microsoft.com/office/officeart/2005/8/layout/vList3"/>
    <dgm:cxn modelId="{E36F04FB-82FA-4DD7-9C12-62AAA9469E44}" type="presParOf" srcId="{583209DD-7E52-4BFC-8E43-2B924280EA31}" destId="{B325D216-CD3B-4CFD-A41A-3C7E8C6FD84B}" srcOrd="0" destOrd="0" presId="urn:microsoft.com/office/officeart/2005/8/layout/vList3"/>
    <dgm:cxn modelId="{30393EA6-735F-406F-BCFB-0B2CE94119FF}" type="presParOf" srcId="{583209DD-7E52-4BFC-8E43-2B924280EA31}" destId="{D43ED461-8243-4457-BEE7-F3012E7E748C}" srcOrd="1" destOrd="0" presId="urn:microsoft.com/office/officeart/2005/8/layout/vList3"/>
    <dgm:cxn modelId="{E0E4CA5E-5E6C-4B5C-BE86-71EB9012991B}" type="presParOf" srcId="{1B5CBC30-40A0-414D-8023-77DEDE287096}" destId="{D1DEF302-A4AD-4928-8564-2ACFDCA1A6D2}" srcOrd="9" destOrd="0" presId="urn:microsoft.com/office/officeart/2005/8/layout/vList3"/>
    <dgm:cxn modelId="{9AC9E6FB-7172-4645-8F38-219704116BAE}" type="presParOf" srcId="{1B5CBC30-40A0-414D-8023-77DEDE287096}" destId="{1E40A1EC-F94F-4683-8D3D-76EC7E18F94A}" srcOrd="10" destOrd="0" presId="urn:microsoft.com/office/officeart/2005/8/layout/vList3"/>
    <dgm:cxn modelId="{81D65A58-CE13-4598-9780-061A9E26ADDE}" type="presParOf" srcId="{1E40A1EC-F94F-4683-8D3D-76EC7E18F94A}" destId="{B9302DEB-E523-4DCE-84A2-12DABD634683}" srcOrd="0" destOrd="0" presId="urn:microsoft.com/office/officeart/2005/8/layout/vList3"/>
    <dgm:cxn modelId="{700C6269-5101-49DC-92C8-5CF858E05734}" type="presParOf" srcId="{1E40A1EC-F94F-4683-8D3D-76EC7E18F94A}" destId="{52F347F1-F922-48F9-B532-29C8621A0E7B}" srcOrd="1" destOrd="0" presId="urn:microsoft.com/office/officeart/2005/8/layout/vList3"/>
    <dgm:cxn modelId="{770A2F47-CD6C-4314-94CB-119F8295F00B}" type="presParOf" srcId="{1B5CBC30-40A0-414D-8023-77DEDE287096}" destId="{4EAF7FF9-4BC0-4151-BBC5-412C58A5B59A}" srcOrd="11" destOrd="0" presId="urn:microsoft.com/office/officeart/2005/8/layout/vList3"/>
    <dgm:cxn modelId="{CDCBCDF7-0CA2-461D-9688-0D5393F7461E}" type="presParOf" srcId="{1B5CBC30-40A0-414D-8023-77DEDE287096}" destId="{6A28C361-1103-49A8-A055-C2332D0EF07A}" srcOrd="12" destOrd="0" presId="urn:microsoft.com/office/officeart/2005/8/layout/vList3"/>
    <dgm:cxn modelId="{DBC84BC5-FD46-4DB0-ACCE-44BE226A4D29}" type="presParOf" srcId="{6A28C361-1103-49A8-A055-C2332D0EF07A}" destId="{9C8EB2A4-5E9F-48AB-9DB9-734F462C595F}" srcOrd="0" destOrd="0" presId="urn:microsoft.com/office/officeart/2005/8/layout/vList3"/>
    <dgm:cxn modelId="{E732B393-2D7B-43B9-A7E9-6065EDACDD88}" type="presParOf" srcId="{6A28C361-1103-49A8-A055-C2332D0EF07A}" destId="{EE556EEF-A18D-469F-98AF-33271F1F7A99}" srcOrd="1" destOrd="0" presId="urn:microsoft.com/office/officeart/2005/8/layout/vList3"/>
    <dgm:cxn modelId="{4BA47465-EB5F-44A1-A28F-7F329F25A531}" type="presParOf" srcId="{1B5CBC30-40A0-414D-8023-77DEDE287096}" destId="{21BAD548-6CDB-40E5-8FF5-874883DA81FC}" srcOrd="13" destOrd="0" presId="urn:microsoft.com/office/officeart/2005/8/layout/vList3"/>
    <dgm:cxn modelId="{8A685BC6-D581-4735-9D5C-FBF3EE9052C2}" type="presParOf" srcId="{1B5CBC30-40A0-414D-8023-77DEDE287096}" destId="{7DA7316E-8DD8-42AB-A9F9-E15671C407DD}" srcOrd="14" destOrd="0" presId="urn:microsoft.com/office/officeart/2005/8/layout/vList3"/>
    <dgm:cxn modelId="{39495E66-FE35-4653-9E0E-3D66AA2E26B1}" type="presParOf" srcId="{7DA7316E-8DD8-42AB-A9F9-E15671C407DD}" destId="{019751AB-2679-4B61-BA37-2092A358E83C}" srcOrd="0" destOrd="0" presId="urn:microsoft.com/office/officeart/2005/8/layout/vList3"/>
    <dgm:cxn modelId="{6073568D-22B7-4489-951D-9CAE281564B4}" type="presParOf" srcId="{7DA7316E-8DD8-42AB-A9F9-E15671C407DD}" destId="{5B23DD97-3B5E-4017-93A3-862725EF379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2145B-A602-49CC-9A3B-AF12CDE362AF}">
      <dsp:nvSpPr>
        <dsp:cNvPr id="0" name=""/>
        <dsp:cNvSpPr/>
      </dsp:nvSpPr>
      <dsp:spPr>
        <a:xfrm>
          <a:off x="6645" y="822156"/>
          <a:ext cx="1070872" cy="535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Frameworks</a:t>
          </a:r>
          <a:endParaRPr lang="en-IN" sz="1500" b="0" kern="1200" dirty="0"/>
        </a:p>
      </dsp:txBody>
      <dsp:txXfrm>
        <a:off x="22327" y="837838"/>
        <a:ext cx="1039508" cy="504072"/>
      </dsp:txXfrm>
    </dsp:sp>
    <dsp:sp modelId="{45A96803-E422-4007-9685-B4703E204E58}">
      <dsp:nvSpPr>
        <dsp:cNvPr id="0" name=""/>
        <dsp:cNvSpPr/>
      </dsp:nvSpPr>
      <dsp:spPr>
        <a:xfrm>
          <a:off x="113732" y="1357592"/>
          <a:ext cx="107087" cy="40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577"/>
              </a:lnTo>
              <a:lnTo>
                <a:pt x="107087" y="40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8D4D2-5283-4798-9973-8532BE188CE3}">
      <dsp:nvSpPr>
        <dsp:cNvPr id="0" name=""/>
        <dsp:cNvSpPr/>
      </dsp:nvSpPr>
      <dsp:spPr>
        <a:xfrm>
          <a:off x="220819" y="149145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Selenium</a:t>
          </a:r>
          <a:endParaRPr lang="en-IN" sz="1400" b="0" kern="1200" dirty="0"/>
        </a:p>
      </dsp:txBody>
      <dsp:txXfrm>
        <a:off x="236501" y="1507133"/>
        <a:ext cx="825333" cy="504072"/>
      </dsp:txXfrm>
    </dsp:sp>
    <dsp:sp modelId="{F40D9B52-8F8C-40C9-9650-CFA30C3BF88E}">
      <dsp:nvSpPr>
        <dsp:cNvPr id="0" name=""/>
        <dsp:cNvSpPr/>
      </dsp:nvSpPr>
      <dsp:spPr>
        <a:xfrm>
          <a:off x="113732" y="1357592"/>
          <a:ext cx="107087" cy="1070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872"/>
              </a:lnTo>
              <a:lnTo>
                <a:pt x="107087" y="1070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5AB0B1-2D42-4E5A-BA1B-495D3401B6C8}">
      <dsp:nvSpPr>
        <dsp:cNvPr id="0" name=""/>
        <dsp:cNvSpPr/>
      </dsp:nvSpPr>
      <dsp:spPr>
        <a:xfrm>
          <a:off x="220819" y="216074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Protractor</a:t>
          </a:r>
          <a:endParaRPr lang="en-IN" sz="1400" b="0" kern="1200" dirty="0"/>
        </a:p>
      </dsp:txBody>
      <dsp:txXfrm>
        <a:off x="236501" y="2176428"/>
        <a:ext cx="825333" cy="504072"/>
      </dsp:txXfrm>
    </dsp:sp>
    <dsp:sp modelId="{1B101669-489F-42EB-9334-B09C92A063D5}">
      <dsp:nvSpPr>
        <dsp:cNvPr id="0" name=""/>
        <dsp:cNvSpPr/>
      </dsp:nvSpPr>
      <dsp:spPr>
        <a:xfrm>
          <a:off x="113732" y="1357592"/>
          <a:ext cx="107087" cy="1740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0167"/>
              </a:lnTo>
              <a:lnTo>
                <a:pt x="107087" y="17401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8F98F5-1B94-453F-9F32-B5E803F9ACD4}">
      <dsp:nvSpPr>
        <dsp:cNvPr id="0" name=""/>
        <dsp:cNvSpPr/>
      </dsp:nvSpPr>
      <dsp:spPr>
        <a:xfrm>
          <a:off x="220819" y="283004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Cucumber</a:t>
          </a:r>
          <a:endParaRPr lang="en-IN" sz="1400" b="0" kern="1200" dirty="0"/>
        </a:p>
      </dsp:txBody>
      <dsp:txXfrm>
        <a:off x="236501" y="2845723"/>
        <a:ext cx="825333" cy="504072"/>
      </dsp:txXfrm>
    </dsp:sp>
    <dsp:sp modelId="{B362CF72-D259-4F67-895C-5C486444F553}">
      <dsp:nvSpPr>
        <dsp:cNvPr id="0" name=""/>
        <dsp:cNvSpPr/>
      </dsp:nvSpPr>
      <dsp:spPr>
        <a:xfrm>
          <a:off x="113732" y="1357592"/>
          <a:ext cx="107087" cy="2409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9462"/>
              </a:lnTo>
              <a:lnTo>
                <a:pt x="107087" y="24094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83F99-6CE9-4283-8EE4-1D5519EC4DFF}">
      <dsp:nvSpPr>
        <dsp:cNvPr id="0" name=""/>
        <dsp:cNvSpPr/>
      </dsp:nvSpPr>
      <dsp:spPr>
        <a:xfrm>
          <a:off x="220819" y="349933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Playwright</a:t>
          </a:r>
          <a:endParaRPr lang="en-IN" sz="1400" b="0" kern="1200" dirty="0"/>
        </a:p>
      </dsp:txBody>
      <dsp:txXfrm>
        <a:off x="236501" y="3515018"/>
        <a:ext cx="825333" cy="504072"/>
      </dsp:txXfrm>
    </dsp:sp>
    <dsp:sp modelId="{9EEE6535-DDC6-450B-BDF9-88DC278C9201}">
      <dsp:nvSpPr>
        <dsp:cNvPr id="0" name=""/>
        <dsp:cNvSpPr/>
      </dsp:nvSpPr>
      <dsp:spPr>
        <a:xfrm>
          <a:off x="113732" y="1357592"/>
          <a:ext cx="107087" cy="30787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78757"/>
              </a:lnTo>
              <a:lnTo>
                <a:pt x="107087" y="30787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A485EF-1ADA-45EE-A4F3-F893B3C8A0A6}">
      <dsp:nvSpPr>
        <dsp:cNvPr id="0" name=""/>
        <dsp:cNvSpPr/>
      </dsp:nvSpPr>
      <dsp:spPr>
        <a:xfrm>
          <a:off x="220819" y="416863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Cypress</a:t>
          </a:r>
          <a:endParaRPr lang="en-IN" sz="1400" b="0" kern="1200" dirty="0"/>
        </a:p>
      </dsp:txBody>
      <dsp:txXfrm>
        <a:off x="236501" y="4184313"/>
        <a:ext cx="825333" cy="504072"/>
      </dsp:txXfrm>
    </dsp:sp>
    <dsp:sp modelId="{526BE4CF-A767-4B9D-94C8-91F25833A1BD}">
      <dsp:nvSpPr>
        <dsp:cNvPr id="0" name=""/>
        <dsp:cNvSpPr/>
      </dsp:nvSpPr>
      <dsp:spPr>
        <a:xfrm>
          <a:off x="1345235" y="822156"/>
          <a:ext cx="1070872" cy="535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Design Patterns </a:t>
          </a:r>
          <a:endParaRPr lang="en-IN" sz="1500" b="0" kern="1200" dirty="0"/>
        </a:p>
      </dsp:txBody>
      <dsp:txXfrm>
        <a:off x="1360917" y="837838"/>
        <a:ext cx="1039508" cy="504072"/>
      </dsp:txXfrm>
    </dsp:sp>
    <dsp:sp modelId="{571A749B-3F92-46AA-98EA-69B654C698C3}">
      <dsp:nvSpPr>
        <dsp:cNvPr id="0" name=""/>
        <dsp:cNvSpPr/>
      </dsp:nvSpPr>
      <dsp:spPr>
        <a:xfrm>
          <a:off x="1452322" y="1357592"/>
          <a:ext cx="107087" cy="40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577"/>
              </a:lnTo>
              <a:lnTo>
                <a:pt x="107087" y="40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C2D039-B5A0-4976-9A44-75D7040063EF}">
      <dsp:nvSpPr>
        <dsp:cNvPr id="0" name=""/>
        <dsp:cNvSpPr/>
      </dsp:nvSpPr>
      <dsp:spPr>
        <a:xfrm>
          <a:off x="1559410" y="149145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POM</a:t>
          </a:r>
          <a:endParaRPr lang="en-IN" sz="1400" kern="1200" dirty="0"/>
        </a:p>
      </dsp:txBody>
      <dsp:txXfrm>
        <a:off x="1575092" y="1507133"/>
        <a:ext cx="825333" cy="504072"/>
      </dsp:txXfrm>
    </dsp:sp>
    <dsp:sp modelId="{D5B98C98-D43A-4A8A-AD60-9B629C9B0273}">
      <dsp:nvSpPr>
        <dsp:cNvPr id="0" name=""/>
        <dsp:cNvSpPr/>
      </dsp:nvSpPr>
      <dsp:spPr>
        <a:xfrm>
          <a:off x="1452322" y="1357592"/>
          <a:ext cx="107087" cy="1070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872"/>
              </a:lnTo>
              <a:lnTo>
                <a:pt x="107087" y="1070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7CA1E1-F4B2-4703-AD99-844939112FAF}">
      <dsp:nvSpPr>
        <dsp:cNvPr id="0" name=""/>
        <dsp:cNvSpPr/>
      </dsp:nvSpPr>
      <dsp:spPr>
        <a:xfrm>
          <a:off x="1559410" y="216074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Page Factory</a:t>
          </a:r>
          <a:endParaRPr lang="en-IN" sz="1400" kern="1200" dirty="0"/>
        </a:p>
      </dsp:txBody>
      <dsp:txXfrm>
        <a:off x="1575092" y="2176428"/>
        <a:ext cx="825333" cy="504072"/>
      </dsp:txXfrm>
    </dsp:sp>
    <dsp:sp modelId="{A5E974A2-8260-4563-9F2C-D1FCF5CE1621}">
      <dsp:nvSpPr>
        <dsp:cNvPr id="0" name=""/>
        <dsp:cNvSpPr/>
      </dsp:nvSpPr>
      <dsp:spPr>
        <a:xfrm>
          <a:off x="1452322" y="1357592"/>
          <a:ext cx="107087" cy="1740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0167"/>
              </a:lnTo>
              <a:lnTo>
                <a:pt x="107087" y="17401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A5A394-EA56-4C53-902C-C2E060099384}">
      <dsp:nvSpPr>
        <dsp:cNvPr id="0" name=""/>
        <dsp:cNvSpPr/>
      </dsp:nvSpPr>
      <dsp:spPr>
        <a:xfrm>
          <a:off x="1559410" y="283004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Singleton </a:t>
          </a:r>
        </a:p>
      </dsp:txBody>
      <dsp:txXfrm>
        <a:off x="1575092" y="2845723"/>
        <a:ext cx="825333" cy="504072"/>
      </dsp:txXfrm>
    </dsp:sp>
    <dsp:sp modelId="{EABF56F0-B392-4256-B2A4-FD52F6880814}">
      <dsp:nvSpPr>
        <dsp:cNvPr id="0" name=""/>
        <dsp:cNvSpPr/>
      </dsp:nvSpPr>
      <dsp:spPr>
        <a:xfrm>
          <a:off x="2683825" y="822156"/>
          <a:ext cx="1070872" cy="535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dirty="0"/>
            <a:t>Test Runners</a:t>
          </a:r>
        </a:p>
      </dsp:txBody>
      <dsp:txXfrm>
        <a:off x="2699507" y="837838"/>
        <a:ext cx="1039508" cy="504072"/>
      </dsp:txXfrm>
    </dsp:sp>
    <dsp:sp modelId="{F3FE994F-3DF8-4DC2-810D-5FA8986B80F9}">
      <dsp:nvSpPr>
        <dsp:cNvPr id="0" name=""/>
        <dsp:cNvSpPr/>
      </dsp:nvSpPr>
      <dsp:spPr>
        <a:xfrm>
          <a:off x="2790913" y="1357592"/>
          <a:ext cx="107087" cy="40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577"/>
              </a:lnTo>
              <a:lnTo>
                <a:pt x="107087" y="40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F34835-4294-4DD4-873C-F83CB1B35E63}">
      <dsp:nvSpPr>
        <dsp:cNvPr id="0" name=""/>
        <dsp:cNvSpPr/>
      </dsp:nvSpPr>
      <dsp:spPr>
        <a:xfrm>
          <a:off x="2898000" y="149145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TestNG</a:t>
          </a:r>
        </a:p>
      </dsp:txBody>
      <dsp:txXfrm>
        <a:off x="2913682" y="1507133"/>
        <a:ext cx="825333" cy="504072"/>
      </dsp:txXfrm>
    </dsp:sp>
    <dsp:sp modelId="{3165154F-C95A-40EF-810B-18B6ED2EC000}">
      <dsp:nvSpPr>
        <dsp:cNvPr id="0" name=""/>
        <dsp:cNvSpPr/>
      </dsp:nvSpPr>
      <dsp:spPr>
        <a:xfrm>
          <a:off x="2790913" y="1357592"/>
          <a:ext cx="107087" cy="1070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872"/>
              </a:lnTo>
              <a:lnTo>
                <a:pt x="107087" y="1070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174008-C07E-4397-8AAB-F71FD9784E0F}">
      <dsp:nvSpPr>
        <dsp:cNvPr id="0" name=""/>
        <dsp:cNvSpPr/>
      </dsp:nvSpPr>
      <dsp:spPr>
        <a:xfrm>
          <a:off x="2898000" y="216074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Junit</a:t>
          </a:r>
        </a:p>
      </dsp:txBody>
      <dsp:txXfrm>
        <a:off x="2913682" y="2176428"/>
        <a:ext cx="825333" cy="504072"/>
      </dsp:txXfrm>
    </dsp:sp>
    <dsp:sp modelId="{2333F741-BB66-4366-AD15-AFE4C6BEA540}">
      <dsp:nvSpPr>
        <dsp:cNvPr id="0" name=""/>
        <dsp:cNvSpPr/>
      </dsp:nvSpPr>
      <dsp:spPr>
        <a:xfrm>
          <a:off x="4022416" y="822156"/>
          <a:ext cx="1070872" cy="535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dirty="0"/>
            <a:t>Reporting Libraries</a:t>
          </a:r>
        </a:p>
      </dsp:txBody>
      <dsp:txXfrm>
        <a:off x="4038098" y="837838"/>
        <a:ext cx="1039508" cy="504072"/>
      </dsp:txXfrm>
    </dsp:sp>
    <dsp:sp modelId="{9FAEF1D6-14B1-4FDC-9B14-636F7F5F835A}">
      <dsp:nvSpPr>
        <dsp:cNvPr id="0" name=""/>
        <dsp:cNvSpPr/>
      </dsp:nvSpPr>
      <dsp:spPr>
        <a:xfrm>
          <a:off x="4129503" y="1357592"/>
          <a:ext cx="107087" cy="40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577"/>
              </a:lnTo>
              <a:lnTo>
                <a:pt x="107087" y="40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9A1113-ACA1-4C17-A219-82FF85D9968B}">
      <dsp:nvSpPr>
        <dsp:cNvPr id="0" name=""/>
        <dsp:cNvSpPr/>
      </dsp:nvSpPr>
      <dsp:spPr>
        <a:xfrm>
          <a:off x="4236590" y="149145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Extent</a:t>
          </a:r>
        </a:p>
      </dsp:txBody>
      <dsp:txXfrm>
        <a:off x="4252272" y="1507133"/>
        <a:ext cx="825333" cy="504072"/>
      </dsp:txXfrm>
    </dsp:sp>
    <dsp:sp modelId="{835F977D-CFA3-4AB3-8A21-DD01645AF91A}">
      <dsp:nvSpPr>
        <dsp:cNvPr id="0" name=""/>
        <dsp:cNvSpPr/>
      </dsp:nvSpPr>
      <dsp:spPr>
        <a:xfrm>
          <a:off x="4129503" y="1357592"/>
          <a:ext cx="107087" cy="1070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872"/>
              </a:lnTo>
              <a:lnTo>
                <a:pt x="107087" y="1070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4EB620-79F0-409B-BBFB-7BA8996C8915}">
      <dsp:nvSpPr>
        <dsp:cNvPr id="0" name=""/>
        <dsp:cNvSpPr/>
      </dsp:nvSpPr>
      <dsp:spPr>
        <a:xfrm>
          <a:off x="4236590" y="216074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Allure</a:t>
          </a:r>
        </a:p>
      </dsp:txBody>
      <dsp:txXfrm>
        <a:off x="4252272" y="2176428"/>
        <a:ext cx="825333" cy="504072"/>
      </dsp:txXfrm>
    </dsp:sp>
    <dsp:sp modelId="{3245FF16-4EC6-4B4D-B88D-6D82CEC62AB1}">
      <dsp:nvSpPr>
        <dsp:cNvPr id="0" name=""/>
        <dsp:cNvSpPr/>
      </dsp:nvSpPr>
      <dsp:spPr>
        <a:xfrm>
          <a:off x="5361006" y="822156"/>
          <a:ext cx="1070872" cy="535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Logging Libraries</a:t>
          </a:r>
          <a:endParaRPr lang="en-IN" sz="1500" b="0" kern="1200" dirty="0"/>
        </a:p>
      </dsp:txBody>
      <dsp:txXfrm>
        <a:off x="5376688" y="837838"/>
        <a:ext cx="1039508" cy="504072"/>
      </dsp:txXfrm>
    </dsp:sp>
    <dsp:sp modelId="{48C2F4FF-A152-40A5-999A-BF75601A7771}">
      <dsp:nvSpPr>
        <dsp:cNvPr id="0" name=""/>
        <dsp:cNvSpPr/>
      </dsp:nvSpPr>
      <dsp:spPr>
        <a:xfrm>
          <a:off x="5468093" y="1357592"/>
          <a:ext cx="107087" cy="40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577"/>
              </a:lnTo>
              <a:lnTo>
                <a:pt x="107087" y="40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0D30FF-1059-4293-B3DB-F53CF240C097}">
      <dsp:nvSpPr>
        <dsp:cNvPr id="0" name=""/>
        <dsp:cNvSpPr/>
      </dsp:nvSpPr>
      <dsp:spPr>
        <a:xfrm>
          <a:off x="5575180" y="149145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Log4j</a:t>
          </a:r>
          <a:endParaRPr lang="en-IN" sz="1400" kern="1200" dirty="0"/>
        </a:p>
      </dsp:txBody>
      <dsp:txXfrm>
        <a:off x="5590862" y="1507133"/>
        <a:ext cx="825333" cy="504072"/>
      </dsp:txXfrm>
    </dsp:sp>
    <dsp:sp modelId="{CF45CAE6-BAC0-4A57-A41A-330A68CA350A}">
      <dsp:nvSpPr>
        <dsp:cNvPr id="0" name=""/>
        <dsp:cNvSpPr/>
      </dsp:nvSpPr>
      <dsp:spPr>
        <a:xfrm>
          <a:off x="6699596" y="822156"/>
          <a:ext cx="1070872" cy="535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dirty="0" err="1"/>
            <a:t>TestData</a:t>
          </a:r>
          <a:endParaRPr lang="en-IN" sz="1500" b="0" kern="1200" dirty="0"/>
        </a:p>
      </dsp:txBody>
      <dsp:txXfrm>
        <a:off x="6715278" y="837838"/>
        <a:ext cx="1039508" cy="504072"/>
      </dsp:txXfrm>
    </dsp:sp>
    <dsp:sp modelId="{404F076F-A1FC-4121-B142-6F7989043D85}">
      <dsp:nvSpPr>
        <dsp:cNvPr id="0" name=""/>
        <dsp:cNvSpPr/>
      </dsp:nvSpPr>
      <dsp:spPr>
        <a:xfrm>
          <a:off x="6806683" y="1357592"/>
          <a:ext cx="107087" cy="401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577"/>
              </a:lnTo>
              <a:lnTo>
                <a:pt x="107087" y="401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5C07-6CF9-438B-B23A-6A8CAEB45FCE}">
      <dsp:nvSpPr>
        <dsp:cNvPr id="0" name=""/>
        <dsp:cNvSpPr/>
      </dsp:nvSpPr>
      <dsp:spPr>
        <a:xfrm>
          <a:off x="6913770" y="149145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Excel</a:t>
          </a:r>
        </a:p>
      </dsp:txBody>
      <dsp:txXfrm>
        <a:off x="6929452" y="1507133"/>
        <a:ext cx="825333" cy="504072"/>
      </dsp:txXfrm>
    </dsp:sp>
    <dsp:sp modelId="{5E91A822-8F7B-420D-97BD-8F9A99D22DBE}">
      <dsp:nvSpPr>
        <dsp:cNvPr id="0" name=""/>
        <dsp:cNvSpPr/>
      </dsp:nvSpPr>
      <dsp:spPr>
        <a:xfrm>
          <a:off x="6806683" y="1357592"/>
          <a:ext cx="107087" cy="1070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872"/>
              </a:lnTo>
              <a:lnTo>
                <a:pt x="107087" y="1070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9268CF-2792-41B8-8D57-EA0D3A8D437B}">
      <dsp:nvSpPr>
        <dsp:cNvPr id="0" name=""/>
        <dsp:cNvSpPr/>
      </dsp:nvSpPr>
      <dsp:spPr>
        <a:xfrm>
          <a:off x="6913770" y="216074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CSV</a:t>
          </a:r>
          <a:endParaRPr lang="en-IN" sz="1400" kern="1200" dirty="0"/>
        </a:p>
      </dsp:txBody>
      <dsp:txXfrm>
        <a:off x="6929452" y="2176428"/>
        <a:ext cx="825333" cy="504072"/>
      </dsp:txXfrm>
    </dsp:sp>
    <dsp:sp modelId="{63555703-F1BA-4F46-87E4-1A69DE0865A3}">
      <dsp:nvSpPr>
        <dsp:cNvPr id="0" name=""/>
        <dsp:cNvSpPr/>
      </dsp:nvSpPr>
      <dsp:spPr>
        <a:xfrm>
          <a:off x="6806683" y="1357592"/>
          <a:ext cx="107087" cy="1740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0167"/>
              </a:lnTo>
              <a:lnTo>
                <a:pt x="107087" y="17401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F0F3A-A8CF-40CB-85FA-B0B2E70C6354}">
      <dsp:nvSpPr>
        <dsp:cNvPr id="0" name=""/>
        <dsp:cNvSpPr/>
      </dsp:nvSpPr>
      <dsp:spPr>
        <a:xfrm>
          <a:off x="6913770" y="2830041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XML</a:t>
          </a:r>
          <a:endParaRPr lang="en-IN" sz="1400" kern="1200" dirty="0"/>
        </a:p>
      </dsp:txBody>
      <dsp:txXfrm>
        <a:off x="6929452" y="2845723"/>
        <a:ext cx="825333" cy="504072"/>
      </dsp:txXfrm>
    </dsp:sp>
    <dsp:sp modelId="{9CA892B8-E06C-463F-B07B-52D63B59BEBC}">
      <dsp:nvSpPr>
        <dsp:cNvPr id="0" name=""/>
        <dsp:cNvSpPr/>
      </dsp:nvSpPr>
      <dsp:spPr>
        <a:xfrm>
          <a:off x="6806683" y="1357592"/>
          <a:ext cx="107087" cy="24094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9462"/>
              </a:lnTo>
              <a:lnTo>
                <a:pt x="107087" y="24094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821571-D1E0-4BDA-91E4-32E053D326B4}">
      <dsp:nvSpPr>
        <dsp:cNvPr id="0" name=""/>
        <dsp:cNvSpPr/>
      </dsp:nvSpPr>
      <dsp:spPr>
        <a:xfrm>
          <a:off x="6913770" y="3499336"/>
          <a:ext cx="856697" cy="535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JSON</a:t>
          </a:r>
          <a:endParaRPr lang="en-IN" sz="1400" kern="1200" dirty="0"/>
        </a:p>
      </dsp:txBody>
      <dsp:txXfrm>
        <a:off x="6929452" y="3515018"/>
        <a:ext cx="825333" cy="5040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2145B-A602-49CC-9A3B-AF12CDE362AF}">
      <dsp:nvSpPr>
        <dsp:cNvPr id="0" name=""/>
        <dsp:cNvSpPr/>
      </dsp:nvSpPr>
      <dsp:spPr>
        <a:xfrm>
          <a:off x="6691" y="808816"/>
          <a:ext cx="1078232" cy="53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Frameworks</a:t>
          </a:r>
          <a:endParaRPr lang="en-IN" sz="1500" b="0" kern="1200" dirty="0"/>
        </a:p>
      </dsp:txBody>
      <dsp:txXfrm>
        <a:off x="22481" y="824606"/>
        <a:ext cx="1046652" cy="507536"/>
      </dsp:txXfrm>
    </dsp:sp>
    <dsp:sp modelId="{45A96803-E422-4007-9685-B4703E204E58}">
      <dsp:nvSpPr>
        <dsp:cNvPr id="0" name=""/>
        <dsp:cNvSpPr/>
      </dsp:nvSpPr>
      <dsp:spPr>
        <a:xfrm>
          <a:off x="114514" y="1347932"/>
          <a:ext cx="107823" cy="404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337"/>
              </a:lnTo>
              <a:lnTo>
                <a:pt x="107823" y="4043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68D4D2-5283-4798-9973-8532BE188CE3}">
      <dsp:nvSpPr>
        <dsp:cNvPr id="0" name=""/>
        <dsp:cNvSpPr/>
      </dsp:nvSpPr>
      <dsp:spPr>
        <a:xfrm>
          <a:off x="222337" y="148271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Selenium 4.0</a:t>
          </a:r>
          <a:endParaRPr lang="en-IN" sz="1400" b="0" kern="1200" dirty="0"/>
        </a:p>
      </dsp:txBody>
      <dsp:txXfrm>
        <a:off x="238127" y="1498501"/>
        <a:ext cx="831005" cy="507536"/>
      </dsp:txXfrm>
    </dsp:sp>
    <dsp:sp modelId="{1B101669-489F-42EB-9334-B09C92A063D5}">
      <dsp:nvSpPr>
        <dsp:cNvPr id="0" name=""/>
        <dsp:cNvSpPr/>
      </dsp:nvSpPr>
      <dsp:spPr>
        <a:xfrm>
          <a:off x="114514" y="1347932"/>
          <a:ext cx="107823" cy="1078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8232"/>
              </a:lnTo>
              <a:lnTo>
                <a:pt x="107823" y="10782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8F98F5-1B94-453F-9F32-B5E803F9ACD4}">
      <dsp:nvSpPr>
        <dsp:cNvPr id="0" name=""/>
        <dsp:cNvSpPr/>
      </dsp:nvSpPr>
      <dsp:spPr>
        <a:xfrm>
          <a:off x="222337" y="2156606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Cucumber</a:t>
          </a:r>
          <a:endParaRPr lang="en-IN" sz="1400" b="0" kern="1200" dirty="0"/>
        </a:p>
      </dsp:txBody>
      <dsp:txXfrm>
        <a:off x="238127" y="2172396"/>
        <a:ext cx="831005" cy="507536"/>
      </dsp:txXfrm>
    </dsp:sp>
    <dsp:sp modelId="{B362CF72-D259-4F67-895C-5C486444F553}">
      <dsp:nvSpPr>
        <dsp:cNvPr id="0" name=""/>
        <dsp:cNvSpPr/>
      </dsp:nvSpPr>
      <dsp:spPr>
        <a:xfrm>
          <a:off x="114514" y="1347932"/>
          <a:ext cx="107823" cy="17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2127"/>
              </a:lnTo>
              <a:lnTo>
                <a:pt x="107823" y="175212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83F99-6CE9-4283-8EE4-1D5519EC4DFF}">
      <dsp:nvSpPr>
        <dsp:cNvPr id="0" name=""/>
        <dsp:cNvSpPr/>
      </dsp:nvSpPr>
      <dsp:spPr>
        <a:xfrm>
          <a:off x="222337" y="2830501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Protractor</a:t>
          </a:r>
          <a:endParaRPr lang="en-IN" sz="1400" b="0" kern="1200" dirty="0"/>
        </a:p>
      </dsp:txBody>
      <dsp:txXfrm>
        <a:off x="238127" y="2846291"/>
        <a:ext cx="831005" cy="507536"/>
      </dsp:txXfrm>
    </dsp:sp>
    <dsp:sp modelId="{68AD59D0-779F-4617-B989-45744A97FC7A}">
      <dsp:nvSpPr>
        <dsp:cNvPr id="0" name=""/>
        <dsp:cNvSpPr/>
      </dsp:nvSpPr>
      <dsp:spPr>
        <a:xfrm>
          <a:off x="114514" y="1347932"/>
          <a:ext cx="107823" cy="2426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6022"/>
              </a:lnTo>
              <a:lnTo>
                <a:pt x="107823" y="24260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5C7839-3BA5-4539-AAFA-3120B3D170E4}">
      <dsp:nvSpPr>
        <dsp:cNvPr id="0" name=""/>
        <dsp:cNvSpPr/>
      </dsp:nvSpPr>
      <dsp:spPr>
        <a:xfrm>
          <a:off x="222337" y="3504396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Playwright</a:t>
          </a:r>
          <a:endParaRPr lang="en-IN" sz="1400" b="0" kern="1200" dirty="0"/>
        </a:p>
      </dsp:txBody>
      <dsp:txXfrm>
        <a:off x="238127" y="3520186"/>
        <a:ext cx="831005" cy="507536"/>
      </dsp:txXfrm>
    </dsp:sp>
    <dsp:sp modelId="{9EEE6535-DDC6-450B-BDF9-88DC278C9201}">
      <dsp:nvSpPr>
        <dsp:cNvPr id="0" name=""/>
        <dsp:cNvSpPr/>
      </dsp:nvSpPr>
      <dsp:spPr>
        <a:xfrm>
          <a:off x="114514" y="1347932"/>
          <a:ext cx="107823" cy="3099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9917"/>
              </a:lnTo>
              <a:lnTo>
                <a:pt x="107823" y="30999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A485EF-1ADA-45EE-A4F3-F893B3C8A0A6}">
      <dsp:nvSpPr>
        <dsp:cNvPr id="0" name=""/>
        <dsp:cNvSpPr/>
      </dsp:nvSpPr>
      <dsp:spPr>
        <a:xfrm>
          <a:off x="222337" y="4178291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Cypress</a:t>
          </a:r>
          <a:endParaRPr lang="en-IN" sz="1400" b="0" kern="1200" dirty="0"/>
        </a:p>
      </dsp:txBody>
      <dsp:txXfrm>
        <a:off x="238127" y="4194081"/>
        <a:ext cx="831005" cy="507536"/>
      </dsp:txXfrm>
    </dsp:sp>
    <dsp:sp modelId="{526BE4CF-A767-4B9D-94C8-91F25833A1BD}">
      <dsp:nvSpPr>
        <dsp:cNvPr id="0" name=""/>
        <dsp:cNvSpPr/>
      </dsp:nvSpPr>
      <dsp:spPr>
        <a:xfrm>
          <a:off x="1354481" y="808816"/>
          <a:ext cx="1078232" cy="53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Design Patterns </a:t>
          </a:r>
          <a:endParaRPr lang="en-IN" sz="1500" b="0" kern="1200" dirty="0"/>
        </a:p>
      </dsp:txBody>
      <dsp:txXfrm>
        <a:off x="1370271" y="824606"/>
        <a:ext cx="1046652" cy="507536"/>
      </dsp:txXfrm>
    </dsp:sp>
    <dsp:sp modelId="{571A749B-3F92-46AA-98EA-69B654C698C3}">
      <dsp:nvSpPr>
        <dsp:cNvPr id="0" name=""/>
        <dsp:cNvSpPr/>
      </dsp:nvSpPr>
      <dsp:spPr>
        <a:xfrm>
          <a:off x="1462304" y="1347932"/>
          <a:ext cx="107823" cy="404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337"/>
              </a:lnTo>
              <a:lnTo>
                <a:pt x="107823" y="4043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C2D039-B5A0-4976-9A44-75D7040063EF}">
      <dsp:nvSpPr>
        <dsp:cNvPr id="0" name=""/>
        <dsp:cNvSpPr/>
      </dsp:nvSpPr>
      <dsp:spPr>
        <a:xfrm>
          <a:off x="1570127" y="148271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POM</a:t>
          </a:r>
          <a:endParaRPr lang="en-IN" sz="1400" kern="1200" dirty="0"/>
        </a:p>
      </dsp:txBody>
      <dsp:txXfrm>
        <a:off x="1585917" y="1498501"/>
        <a:ext cx="831005" cy="507536"/>
      </dsp:txXfrm>
    </dsp:sp>
    <dsp:sp modelId="{D5B98C98-D43A-4A8A-AD60-9B629C9B0273}">
      <dsp:nvSpPr>
        <dsp:cNvPr id="0" name=""/>
        <dsp:cNvSpPr/>
      </dsp:nvSpPr>
      <dsp:spPr>
        <a:xfrm>
          <a:off x="1462304" y="1347932"/>
          <a:ext cx="107823" cy="1078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8232"/>
              </a:lnTo>
              <a:lnTo>
                <a:pt x="107823" y="10782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7CA1E1-F4B2-4703-AD99-844939112FAF}">
      <dsp:nvSpPr>
        <dsp:cNvPr id="0" name=""/>
        <dsp:cNvSpPr/>
      </dsp:nvSpPr>
      <dsp:spPr>
        <a:xfrm>
          <a:off x="1570127" y="2156606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Page Factory</a:t>
          </a:r>
          <a:endParaRPr lang="en-IN" sz="1400" kern="1200" dirty="0"/>
        </a:p>
      </dsp:txBody>
      <dsp:txXfrm>
        <a:off x="1585917" y="2172396"/>
        <a:ext cx="831005" cy="507536"/>
      </dsp:txXfrm>
    </dsp:sp>
    <dsp:sp modelId="{A5E974A2-8260-4563-9F2C-D1FCF5CE1621}">
      <dsp:nvSpPr>
        <dsp:cNvPr id="0" name=""/>
        <dsp:cNvSpPr/>
      </dsp:nvSpPr>
      <dsp:spPr>
        <a:xfrm>
          <a:off x="1462304" y="1347932"/>
          <a:ext cx="107823" cy="17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2127"/>
              </a:lnTo>
              <a:lnTo>
                <a:pt x="107823" y="175212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A5A394-EA56-4C53-902C-C2E060099384}">
      <dsp:nvSpPr>
        <dsp:cNvPr id="0" name=""/>
        <dsp:cNvSpPr/>
      </dsp:nvSpPr>
      <dsp:spPr>
        <a:xfrm>
          <a:off x="1570127" y="283050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Singleton </a:t>
          </a:r>
        </a:p>
      </dsp:txBody>
      <dsp:txXfrm>
        <a:off x="1585917" y="2846291"/>
        <a:ext cx="831005" cy="507536"/>
      </dsp:txXfrm>
    </dsp:sp>
    <dsp:sp modelId="{EABF56F0-B392-4256-B2A4-FD52F6880814}">
      <dsp:nvSpPr>
        <dsp:cNvPr id="0" name=""/>
        <dsp:cNvSpPr/>
      </dsp:nvSpPr>
      <dsp:spPr>
        <a:xfrm>
          <a:off x="2702271" y="808816"/>
          <a:ext cx="1078232" cy="53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dirty="0"/>
            <a:t>Test Runners</a:t>
          </a:r>
        </a:p>
      </dsp:txBody>
      <dsp:txXfrm>
        <a:off x="2718061" y="824606"/>
        <a:ext cx="1046652" cy="507536"/>
      </dsp:txXfrm>
    </dsp:sp>
    <dsp:sp modelId="{F3FE994F-3DF8-4DC2-810D-5FA8986B80F9}">
      <dsp:nvSpPr>
        <dsp:cNvPr id="0" name=""/>
        <dsp:cNvSpPr/>
      </dsp:nvSpPr>
      <dsp:spPr>
        <a:xfrm>
          <a:off x="2810094" y="1347932"/>
          <a:ext cx="107823" cy="404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337"/>
              </a:lnTo>
              <a:lnTo>
                <a:pt x="107823" y="4043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F34835-4294-4DD4-873C-F83CB1B35E63}">
      <dsp:nvSpPr>
        <dsp:cNvPr id="0" name=""/>
        <dsp:cNvSpPr/>
      </dsp:nvSpPr>
      <dsp:spPr>
        <a:xfrm>
          <a:off x="2917918" y="148271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TestNG</a:t>
          </a:r>
        </a:p>
      </dsp:txBody>
      <dsp:txXfrm>
        <a:off x="2933708" y="1498501"/>
        <a:ext cx="831005" cy="507536"/>
      </dsp:txXfrm>
    </dsp:sp>
    <dsp:sp modelId="{3165154F-C95A-40EF-810B-18B6ED2EC000}">
      <dsp:nvSpPr>
        <dsp:cNvPr id="0" name=""/>
        <dsp:cNvSpPr/>
      </dsp:nvSpPr>
      <dsp:spPr>
        <a:xfrm>
          <a:off x="2810094" y="1347932"/>
          <a:ext cx="107823" cy="1078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8232"/>
              </a:lnTo>
              <a:lnTo>
                <a:pt x="107823" y="10782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174008-C07E-4397-8AAB-F71FD9784E0F}">
      <dsp:nvSpPr>
        <dsp:cNvPr id="0" name=""/>
        <dsp:cNvSpPr/>
      </dsp:nvSpPr>
      <dsp:spPr>
        <a:xfrm>
          <a:off x="2917918" y="2156606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Junit</a:t>
          </a:r>
        </a:p>
      </dsp:txBody>
      <dsp:txXfrm>
        <a:off x="2933708" y="2172396"/>
        <a:ext cx="831005" cy="507536"/>
      </dsp:txXfrm>
    </dsp:sp>
    <dsp:sp modelId="{2333F741-BB66-4366-AD15-AFE4C6BEA540}">
      <dsp:nvSpPr>
        <dsp:cNvPr id="0" name=""/>
        <dsp:cNvSpPr/>
      </dsp:nvSpPr>
      <dsp:spPr>
        <a:xfrm>
          <a:off x="4050062" y="808816"/>
          <a:ext cx="1078232" cy="53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dirty="0"/>
            <a:t>Reporting Libraries</a:t>
          </a:r>
        </a:p>
      </dsp:txBody>
      <dsp:txXfrm>
        <a:off x="4065852" y="824606"/>
        <a:ext cx="1046652" cy="507536"/>
      </dsp:txXfrm>
    </dsp:sp>
    <dsp:sp modelId="{9FAEF1D6-14B1-4FDC-9B14-636F7F5F835A}">
      <dsp:nvSpPr>
        <dsp:cNvPr id="0" name=""/>
        <dsp:cNvSpPr/>
      </dsp:nvSpPr>
      <dsp:spPr>
        <a:xfrm>
          <a:off x="4157885" y="1347932"/>
          <a:ext cx="107823" cy="404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337"/>
              </a:lnTo>
              <a:lnTo>
                <a:pt x="107823" y="4043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9A1113-ACA1-4C17-A219-82FF85D9968B}">
      <dsp:nvSpPr>
        <dsp:cNvPr id="0" name=""/>
        <dsp:cNvSpPr/>
      </dsp:nvSpPr>
      <dsp:spPr>
        <a:xfrm>
          <a:off x="4265708" y="148271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Extent</a:t>
          </a:r>
        </a:p>
      </dsp:txBody>
      <dsp:txXfrm>
        <a:off x="4281498" y="1498501"/>
        <a:ext cx="831005" cy="507536"/>
      </dsp:txXfrm>
    </dsp:sp>
    <dsp:sp modelId="{835F977D-CFA3-4AB3-8A21-DD01645AF91A}">
      <dsp:nvSpPr>
        <dsp:cNvPr id="0" name=""/>
        <dsp:cNvSpPr/>
      </dsp:nvSpPr>
      <dsp:spPr>
        <a:xfrm>
          <a:off x="4157885" y="1347932"/>
          <a:ext cx="107823" cy="1078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8232"/>
              </a:lnTo>
              <a:lnTo>
                <a:pt x="107823" y="10782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4EB620-79F0-409B-BBFB-7BA8996C8915}">
      <dsp:nvSpPr>
        <dsp:cNvPr id="0" name=""/>
        <dsp:cNvSpPr/>
      </dsp:nvSpPr>
      <dsp:spPr>
        <a:xfrm>
          <a:off x="4265708" y="2156606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Allure</a:t>
          </a:r>
        </a:p>
      </dsp:txBody>
      <dsp:txXfrm>
        <a:off x="4281498" y="2172396"/>
        <a:ext cx="831005" cy="507536"/>
      </dsp:txXfrm>
    </dsp:sp>
    <dsp:sp modelId="{0FF9D054-43A3-483A-B476-EA4005C04B42}">
      <dsp:nvSpPr>
        <dsp:cNvPr id="0" name=""/>
        <dsp:cNvSpPr/>
      </dsp:nvSpPr>
      <dsp:spPr>
        <a:xfrm>
          <a:off x="5397852" y="808816"/>
          <a:ext cx="1078232" cy="53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Logging Libraries</a:t>
          </a:r>
          <a:endParaRPr lang="en-IN" sz="1500" kern="1200" dirty="0"/>
        </a:p>
      </dsp:txBody>
      <dsp:txXfrm>
        <a:off x="5413642" y="824606"/>
        <a:ext cx="1046652" cy="507536"/>
      </dsp:txXfrm>
    </dsp:sp>
    <dsp:sp modelId="{3948451C-9DA5-47FF-87DB-05A15B057630}">
      <dsp:nvSpPr>
        <dsp:cNvPr id="0" name=""/>
        <dsp:cNvSpPr/>
      </dsp:nvSpPr>
      <dsp:spPr>
        <a:xfrm>
          <a:off x="5505675" y="1347932"/>
          <a:ext cx="107823" cy="404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337"/>
              </a:lnTo>
              <a:lnTo>
                <a:pt x="107823" y="4043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E3191E-6561-43BA-AD4E-0AA019A15732}">
      <dsp:nvSpPr>
        <dsp:cNvPr id="0" name=""/>
        <dsp:cNvSpPr/>
      </dsp:nvSpPr>
      <dsp:spPr>
        <a:xfrm>
          <a:off x="5613498" y="148271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Log4j</a:t>
          </a:r>
          <a:endParaRPr lang="en-IN" sz="1400" kern="1200" dirty="0"/>
        </a:p>
      </dsp:txBody>
      <dsp:txXfrm>
        <a:off x="5629288" y="1498501"/>
        <a:ext cx="831005" cy="507536"/>
      </dsp:txXfrm>
    </dsp:sp>
    <dsp:sp modelId="{CF45CAE6-BAC0-4A57-A41A-330A68CA350A}">
      <dsp:nvSpPr>
        <dsp:cNvPr id="0" name=""/>
        <dsp:cNvSpPr/>
      </dsp:nvSpPr>
      <dsp:spPr>
        <a:xfrm>
          <a:off x="6745642" y="808816"/>
          <a:ext cx="1078232" cy="539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kern="1200" dirty="0" err="1"/>
            <a:t>TestData</a:t>
          </a:r>
          <a:endParaRPr lang="en-IN" sz="1500" b="0" kern="1200" dirty="0"/>
        </a:p>
      </dsp:txBody>
      <dsp:txXfrm>
        <a:off x="6761432" y="824606"/>
        <a:ext cx="1046652" cy="507536"/>
      </dsp:txXfrm>
    </dsp:sp>
    <dsp:sp modelId="{404F076F-A1FC-4121-B142-6F7989043D85}">
      <dsp:nvSpPr>
        <dsp:cNvPr id="0" name=""/>
        <dsp:cNvSpPr/>
      </dsp:nvSpPr>
      <dsp:spPr>
        <a:xfrm>
          <a:off x="6853465" y="1347932"/>
          <a:ext cx="107823" cy="4043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4337"/>
              </a:lnTo>
              <a:lnTo>
                <a:pt x="107823" y="40433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5C07-6CF9-438B-B23A-6A8CAEB45FCE}">
      <dsp:nvSpPr>
        <dsp:cNvPr id="0" name=""/>
        <dsp:cNvSpPr/>
      </dsp:nvSpPr>
      <dsp:spPr>
        <a:xfrm>
          <a:off x="6961289" y="1482711"/>
          <a:ext cx="862585" cy="539116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Excel</a:t>
          </a:r>
        </a:p>
      </dsp:txBody>
      <dsp:txXfrm>
        <a:off x="6977079" y="1498501"/>
        <a:ext cx="831005" cy="507536"/>
      </dsp:txXfrm>
    </dsp:sp>
    <dsp:sp modelId="{5E91A822-8F7B-420D-97BD-8F9A99D22DBE}">
      <dsp:nvSpPr>
        <dsp:cNvPr id="0" name=""/>
        <dsp:cNvSpPr/>
      </dsp:nvSpPr>
      <dsp:spPr>
        <a:xfrm>
          <a:off x="6853465" y="1347932"/>
          <a:ext cx="107823" cy="1078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8232"/>
              </a:lnTo>
              <a:lnTo>
                <a:pt x="107823" y="10782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9268CF-2792-41B8-8D57-EA0D3A8D437B}">
      <dsp:nvSpPr>
        <dsp:cNvPr id="0" name=""/>
        <dsp:cNvSpPr/>
      </dsp:nvSpPr>
      <dsp:spPr>
        <a:xfrm>
          <a:off x="6961289" y="2156606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CSV</a:t>
          </a:r>
          <a:endParaRPr lang="en-IN" sz="1400" kern="1200" dirty="0"/>
        </a:p>
      </dsp:txBody>
      <dsp:txXfrm>
        <a:off x="6977079" y="2172396"/>
        <a:ext cx="831005" cy="507536"/>
      </dsp:txXfrm>
    </dsp:sp>
    <dsp:sp modelId="{63555703-F1BA-4F46-87E4-1A69DE0865A3}">
      <dsp:nvSpPr>
        <dsp:cNvPr id="0" name=""/>
        <dsp:cNvSpPr/>
      </dsp:nvSpPr>
      <dsp:spPr>
        <a:xfrm>
          <a:off x="6853465" y="1347932"/>
          <a:ext cx="107823" cy="1752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52127"/>
              </a:lnTo>
              <a:lnTo>
                <a:pt x="107823" y="175212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F0F3A-A8CF-40CB-85FA-B0B2E70C6354}">
      <dsp:nvSpPr>
        <dsp:cNvPr id="0" name=""/>
        <dsp:cNvSpPr/>
      </dsp:nvSpPr>
      <dsp:spPr>
        <a:xfrm>
          <a:off x="6961289" y="2830501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XML</a:t>
          </a:r>
          <a:endParaRPr lang="en-IN" sz="1400" kern="1200" dirty="0"/>
        </a:p>
      </dsp:txBody>
      <dsp:txXfrm>
        <a:off x="6977079" y="2846291"/>
        <a:ext cx="831005" cy="507536"/>
      </dsp:txXfrm>
    </dsp:sp>
    <dsp:sp modelId="{9CA892B8-E06C-463F-B07B-52D63B59BEBC}">
      <dsp:nvSpPr>
        <dsp:cNvPr id="0" name=""/>
        <dsp:cNvSpPr/>
      </dsp:nvSpPr>
      <dsp:spPr>
        <a:xfrm>
          <a:off x="6853465" y="1347932"/>
          <a:ext cx="107823" cy="24260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26022"/>
              </a:lnTo>
              <a:lnTo>
                <a:pt x="107823" y="24260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821571-D1E0-4BDA-91E4-32E053D326B4}">
      <dsp:nvSpPr>
        <dsp:cNvPr id="0" name=""/>
        <dsp:cNvSpPr/>
      </dsp:nvSpPr>
      <dsp:spPr>
        <a:xfrm>
          <a:off x="6961289" y="3504396"/>
          <a:ext cx="862585" cy="5391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JSON</a:t>
          </a:r>
          <a:endParaRPr lang="en-IN" sz="1400" kern="1200" dirty="0"/>
        </a:p>
      </dsp:txBody>
      <dsp:txXfrm>
        <a:off x="6977079" y="3520186"/>
        <a:ext cx="831005" cy="5075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67CC7-47EF-45DB-B7CD-874975717CA5}">
      <dsp:nvSpPr>
        <dsp:cNvPr id="0" name=""/>
        <dsp:cNvSpPr/>
      </dsp:nvSpPr>
      <dsp:spPr>
        <a:xfrm rot="5400000">
          <a:off x="5264302" y="-1332558"/>
          <a:ext cx="488997" cy="32795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baseline="0" dirty="0"/>
            <a:t>Reliable</a:t>
          </a:r>
          <a:endParaRPr lang="en-IN" sz="1600" kern="1200" baseline="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baseline="0" dirty="0"/>
            <a:t>Faster</a:t>
          </a:r>
          <a:endParaRPr lang="en-IN" sz="1600" kern="1200" baseline="0" dirty="0"/>
        </a:p>
      </dsp:txBody>
      <dsp:txXfrm rot="-5400000">
        <a:off x="3869006" y="86609"/>
        <a:ext cx="3255719" cy="441255"/>
      </dsp:txXfrm>
    </dsp:sp>
    <dsp:sp modelId="{606712DD-F94C-4700-9C89-B057B2098B73}">
      <dsp:nvSpPr>
        <dsp:cNvPr id="0" name=""/>
        <dsp:cNvSpPr/>
      </dsp:nvSpPr>
      <dsp:spPr>
        <a:xfrm>
          <a:off x="375" y="1614"/>
          <a:ext cx="3868630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W3C compliant</a:t>
          </a:r>
          <a:endParaRPr lang="en-IN" sz="2000" kern="1200" dirty="0"/>
        </a:p>
      </dsp:txBody>
      <dsp:txXfrm>
        <a:off x="30214" y="31453"/>
        <a:ext cx="3808952" cy="551568"/>
      </dsp:txXfrm>
    </dsp:sp>
    <dsp:sp modelId="{DD2FFE61-CBB6-4CBE-A44D-B998F43E56DF}">
      <dsp:nvSpPr>
        <dsp:cNvPr id="0" name=""/>
        <dsp:cNvSpPr/>
      </dsp:nvSpPr>
      <dsp:spPr>
        <a:xfrm rot="5400000">
          <a:off x="5245543" y="-706387"/>
          <a:ext cx="488997" cy="33108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Multiple locators</a:t>
          </a:r>
        </a:p>
      </dsp:txBody>
      <dsp:txXfrm rot="-5400000">
        <a:off x="3834609" y="728418"/>
        <a:ext cx="3286996" cy="441255"/>
      </dsp:txXfrm>
    </dsp:sp>
    <dsp:sp modelId="{E14F7B40-AD37-4159-AEF9-E89696F0967F}">
      <dsp:nvSpPr>
        <dsp:cNvPr id="0" name=""/>
        <dsp:cNvSpPr/>
      </dsp:nvSpPr>
      <dsp:spPr>
        <a:xfrm>
          <a:off x="375" y="643422"/>
          <a:ext cx="3834233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Reduced flakiness</a:t>
          </a:r>
        </a:p>
      </dsp:txBody>
      <dsp:txXfrm>
        <a:off x="30214" y="673261"/>
        <a:ext cx="3774555" cy="551568"/>
      </dsp:txXfrm>
    </dsp:sp>
    <dsp:sp modelId="{2C55D40F-4A01-40FF-A69D-C5706B68988A}">
      <dsp:nvSpPr>
        <dsp:cNvPr id="0" name=""/>
        <dsp:cNvSpPr/>
      </dsp:nvSpPr>
      <dsp:spPr>
        <a:xfrm rot="5400000">
          <a:off x="5252160" y="-60110"/>
          <a:ext cx="488997" cy="330193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Multi-touch, Zoom,  2 keys simultaneously</a:t>
          </a:r>
        </a:p>
      </dsp:txBody>
      <dsp:txXfrm rot="-5400000">
        <a:off x="3845694" y="1370227"/>
        <a:ext cx="3278060" cy="441255"/>
      </dsp:txXfrm>
    </dsp:sp>
    <dsp:sp modelId="{FDF7865E-5837-40C2-84ED-CD96CD5DEA9E}">
      <dsp:nvSpPr>
        <dsp:cNvPr id="0" name=""/>
        <dsp:cNvSpPr/>
      </dsp:nvSpPr>
      <dsp:spPr>
        <a:xfrm>
          <a:off x="375" y="1285231"/>
          <a:ext cx="3845317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Richer actions API support</a:t>
          </a:r>
        </a:p>
      </dsp:txBody>
      <dsp:txXfrm>
        <a:off x="30214" y="1315070"/>
        <a:ext cx="3785639" cy="551568"/>
      </dsp:txXfrm>
    </dsp:sp>
    <dsp:sp modelId="{CFC04900-2B5D-4FBD-BF1E-2EA300B8C882}">
      <dsp:nvSpPr>
        <dsp:cNvPr id="0" name=""/>
        <dsp:cNvSpPr/>
      </dsp:nvSpPr>
      <dsp:spPr>
        <a:xfrm rot="5400000">
          <a:off x="5266310" y="597336"/>
          <a:ext cx="488997" cy="32706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 err="1"/>
            <a:t>newWindow</a:t>
          </a:r>
          <a:r>
            <a:rPr lang="en-IN" sz="1600" kern="1200" dirty="0"/>
            <a:t>(URL)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 err="1"/>
            <a:t>navigateTo</a:t>
          </a:r>
          <a:r>
            <a:rPr lang="en-IN" sz="1600" kern="1200" dirty="0"/>
            <a:t>()</a:t>
          </a:r>
        </a:p>
      </dsp:txBody>
      <dsp:txXfrm rot="-5400000">
        <a:off x="3875482" y="2012036"/>
        <a:ext cx="3246783" cy="441255"/>
      </dsp:txXfrm>
    </dsp:sp>
    <dsp:sp modelId="{CAAD30D5-0ED1-4CF8-AC8E-B84B58A914B3}">
      <dsp:nvSpPr>
        <dsp:cNvPr id="0" name=""/>
        <dsp:cNvSpPr/>
      </dsp:nvSpPr>
      <dsp:spPr>
        <a:xfrm>
          <a:off x="375" y="1927040"/>
          <a:ext cx="3875106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Better Window / tab management</a:t>
          </a:r>
        </a:p>
      </dsp:txBody>
      <dsp:txXfrm>
        <a:off x="30214" y="1956879"/>
        <a:ext cx="3815428" cy="551568"/>
      </dsp:txXfrm>
    </dsp:sp>
    <dsp:sp modelId="{844BD470-3E43-4AE8-8A0E-62966631A232}">
      <dsp:nvSpPr>
        <dsp:cNvPr id="0" name=""/>
        <dsp:cNvSpPr/>
      </dsp:nvSpPr>
      <dsp:spPr>
        <a:xfrm rot="5400000">
          <a:off x="5266310" y="1239145"/>
          <a:ext cx="488997" cy="327065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above, below, </a:t>
          </a:r>
          <a:r>
            <a:rPr lang="en-IN" sz="1600" kern="1200" dirty="0" err="1"/>
            <a:t>rightof</a:t>
          </a:r>
          <a:r>
            <a:rPr lang="en-IN" sz="1600" kern="1200" dirty="0"/>
            <a:t> and </a:t>
          </a:r>
          <a:r>
            <a:rPr lang="en-IN" sz="1600" kern="1200" dirty="0" err="1"/>
            <a:t>leftof</a:t>
          </a:r>
          <a:r>
            <a:rPr lang="en-IN" sz="1600" kern="1200" dirty="0"/>
            <a:t>, near, etc </a:t>
          </a:r>
        </a:p>
      </dsp:txBody>
      <dsp:txXfrm rot="-5400000">
        <a:off x="3875482" y="2653845"/>
        <a:ext cx="3246783" cy="441255"/>
      </dsp:txXfrm>
    </dsp:sp>
    <dsp:sp modelId="{F73702EF-D926-40E8-81D5-3B4EE9E7D812}">
      <dsp:nvSpPr>
        <dsp:cNvPr id="0" name=""/>
        <dsp:cNvSpPr/>
      </dsp:nvSpPr>
      <dsp:spPr>
        <a:xfrm>
          <a:off x="375" y="2568849"/>
          <a:ext cx="3875106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Relative locators</a:t>
          </a:r>
        </a:p>
      </dsp:txBody>
      <dsp:txXfrm>
        <a:off x="30214" y="2598688"/>
        <a:ext cx="3815428" cy="551568"/>
      </dsp:txXfrm>
    </dsp:sp>
    <dsp:sp modelId="{A3235105-1AD0-4ACD-BDC5-D089F8552197}">
      <dsp:nvSpPr>
        <dsp:cNvPr id="0" name=""/>
        <dsp:cNvSpPr/>
      </dsp:nvSpPr>
      <dsp:spPr>
        <a:xfrm rot="5400000">
          <a:off x="5273262" y="1887656"/>
          <a:ext cx="488997" cy="325725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No need of third party libraries like robot / auto it</a:t>
          </a:r>
          <a:endParaRPr lang="en-IN" sz="1600" kern="1200" dirty="0"/>
        </a:p>
      </dsp:txBody>
      <dsp:txXfrm rot="-5400000">
        <a:off x="3889136" y="3295654"/>
        <a:ext cx="3233379" cy="441255"/>
      </dsp:txXfrm>
    </dsp:sp>
    <dsp:sp modelId="{0939D3BF-0A33-4147-B175-2F40239CEEF5}">
      <dsp:nvSpPr>
        <dsp:cNvPr id="0" name=""/>
        <dsp:cNvSpPr/>
      </dsp:nvSpPr>
      <dsp:spPr>
        <a:xfrm>
          <a:off x="375" y="3210658"/>
          <a:ext cx="3888759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Native file upload support</a:t>
          </a:r>
        </a:p>
      </dsp:txBody>
      <dsp:txXfrm>
        <a:off x="30214" y="3240497"/>
        <a:ext cx="3829081" cy="551568"/>
      </dsp:txXfrm>
    </dsp:sp>
    <dsp:sp modelId="{E278B488-5F57-4579-B3D7-496C66A85EBA}">
      <dsp:nvSpPr>
        <dsp:cNvPr id="0" name=""/>
        <dsp:cNvSpPr/>
      </dsp:nvSpPr>
      <dsp:spPr>
        <a:xfrm rot="5400000">
          <a:off x="5274494" y="2531699"/>
          <a:ext cx="488997" cy="325278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Debugging on the fly</a:t>
          </a:r>
        </a:p>
      </dsp:txBody>
      <dsp:txXfrm rot="-5400000">
        <a:off x="3892602" y="3937463"/>
        <a:ext cx="3228911" cy="441255"/>
      </dsp:txXfrm>
    </dsp:sp>
    <dsp:sp modelId="{7D827948-DBE3-4C89-B58D-7AE6C12D4295}">
      <dsp:nvSpPr>
        <dsp:cNvPr id="0" name=""/>
        <dsp:cNvSpPr/>
      </dsp:nvSpPr>
      <dsp:spPr>
        <a:xfrm>
          <a:off x="375" y="3852467"/>
          <a:ext cx="3892226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Chrome dev tools integration</a:t>
          </a:r>
        </a:p>
      </dsp:txBody>
      <dsp:txXfrm>
        <a:off x="30214" y="3882306"/>
        <a:ext cx="3832548" cy="551568"/>
      </dsp:txXfrm>
    </dsp:sp>
    <dsp:sp modelId="{90C53241-ACDF-4AE4-85FE-138405684BBA}">
      <dsp:nvSpPr>
        <dsp:cNvPr id="0" name=""/>
        <dsp:cNvSpPr/>
      </dsp:nvSpPr>
      <dsp:spPr>
        <a:xfrm rot="5400000">
          <a:off x="5279824" y="3177976"/>
          <a:ext cx="488997" cy="3243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Inbuilt runner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Third party plugins</a:t>
          </a:r>
          <a:endParaRPr lang="en-IN" sz="1600" kern="1200" dirty="0"/>
        </a:p>
      </dsp:txBody>
      <dsp:txXfrm rot="-5400000">
        <a:off x="3902400" y="4579272"/>
        <a:ext cx="3219975" cy="441255"/>
      </dsp:txXfrm>
    </dsp:sp>
    <dsp:sp modelId="{738429C6-301B-4464-B9A5-1375664F9788}">
      <dsp:nvSpPr>
        <dsp:cNvPr id="0" name=""/>
        <dsp:cNvSpPr/>
      </dsp:nvSpPr>
      <dsp:spPr>
        <a:xfrm>
          <a:off x="375" y="4494276"/>
          <a:ext cx="3902024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Selenium IDE</a:t>
          </a:r>
        </a:p>
      </dsp:txBody>
      <dsp:txXfrm>
        <a:off x="30214" y="4524115"/>
        <a:ext cx="3842346" cy="551568"/>
      </dsp:txXfrm>
    </dsp:sp>
    <dsp:sp modelId="{55C18167-851B-422B-B599-7254014E18D7}">
      <dsp:nvSpPr>
        <dsp:cNvPr id="0" name=""/>
        <dsp:cNvSpPr/>
      </dsp:nvSpPr>
      <dsp:spPr>
        <a:xfrm rot="5400000">
          <a:off x="5280700" y="3819785"/>
          <a:ext cx="488997" cy="3243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Docker Compliant</a:t>
          </a:r>
        </a:p>
      </dsp:txBody>
      <dsp:txXfrm rot="-5400000">
        <a:off x="3903276" y="5221081"/>
        <a:ext cx="3219975" cy="441255"/>
      </dsp:txXfrm>
    </dsp:sp>
    <dsp:sp modelId="{3F5D0A8C-4DFD-4539-B683-7B1D1484DA20}">
      <dsp:nvSpPr>
        <dsp:cNvPr id="0" name=""/>
        <dsp:cNvSpPr/>
      </dsp:nvSpPr>
      <dsp:spPr>
        <a:xfrm>
          <a:off x="375" y="5136085"/>
          <a:ext cx="3902900" cy="6112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Selenium grid</a:t>
          </a:r>
        </a:p>
      </dsp:txBody>
      <dsp:txXfrm>
        <a:off x="30214" y="5165924"/>
        <a:ext cx="3843222" cy="551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11BBB-865C-4652-A0F6-79E3638A1A1D}">
      <dsp:nvSpPr>
        <dsp:cNvPr id="0" name=""/>
        <dsp:cNvSpPr/>
      </dsp:nvSpPr>
      <dsp:spPr>
        <a:xfrm>
          <a:off x="565843" y="0"/>
          <a:ext cx="6412887" cy="574894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939288-2B4D-44E2-B3AE-02A5B411AC1C}">
      <dsp:nvSpPr>
        <dsp:cNvPr id="0" name=""/>
        <dsp:cNvSpPr/>
      </dsp:nvSpPr>
      <dsp:spPr>
        <a:xfrm>
          <a:off x="2072" y="1724683"/>
          <a:ext cx="1206468" cy="229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Improved GUI</a:t>
          </a:r>
          <a:endParaRPr lang="en-IN" sz="1600" kern="1200" dirty="0"/>
        </a:p>
      </dsp:txBody>
      <dsp:txXfrm>
        <a:off x="60967" y="1783578"/>
        <a:ext cx="1088678" cy="2181788"/>
      </dsp:txXfrm>
    </dsp:sp>
    <dsp:sp modelId="{626AEEFF-0890-46F4-9BFF-15C43EEBF5CA}">
      <dsp:nvSpPr>
        <dsp:cNvPr id="0" name=""/>
        <dsp:cNvSpPr/>
      </dsp:nvSpPr>
      <dsp:spPr>
        <a:xfrm>
          <a:off x="1268864" y="1724683"/>
          <a:ext cx="1206468" cy="229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Enhanced Control Flow mechanism</a:t>
          </a:r>
          <a:endParaRPr lang="en-IN" sz="1600" kern="1200" dirty="0"/>
        </a:p>
      </dsp:txBody>
      <dsp:txXfrm>
        <a:off x="1327759" y="1783578"/>
        <a:ext cx="1088678" cy="2181788"/>
      </dsp:txXfrm>
    </dsp:sp>
    <dsp:sp modelId="{77193DB0-C6CB-4BFE-977E-52CAAD530F2C}">
      <dsp:nvSpPr>
        <dsp:cNvPr id="0" name=""/>
        <dsp:cNvSpPr/>
      </dsp:nvSpPr>
      <dsp:spPr>
        <a:xfrm>
          <a:off x="2535656" y="1724683"/>
          <a:ext cx="1206468" cy="229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Enhanced locator strategy</a:t>
          </a:r>
          <a:endParaRPr lang="en-IN" sz="1600" kern="1200" dirty="0"/>
        </a:p>
      </dsp:txBody>
      <dsp:txXfrm>
        <a:off x="2594551" y="1783578"/>
        <a:ext cx="1088678" cy="2181788"/>
      </dsp:txXfrm>
    </dsp:sp>
    <dsp:sp modelId="{6011CC35-CA0E-4E8B-9EA4-A0C3E3677A49}">
      <dsp:nvSpPr>
        <dsp:cNvPr id="0" name=""/>
        <dsp:cNvSpPr/>
      </dsp:nvSpPr>
      <dsp:spPr>
        <a:xfrm>
          <a:off x="3802448" y="1724683"/>
          <a:ext cx="1206468" cy="229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Inbuilt runner</a:t>
          </a:r>
          <a:endParaRPr lang="en-IN" sz="1600" kern="1200" dirty="0"/>
        </a:p>
      </dsp:txBody>
      <dsp:txXfrm>
        <a:off x="3861343" y="1783578"/>
        <a:ext cx="1088678" cy="2181788"/>
      </dsp:txXfrm>
    </dsp:sp>
    <dsp:sp modelId="{773F08FE-6B9C-402C-A49B-35B900F57E00}">
      <dsp:nvSpPr>
        <dsp:cNvPr id="0" name=""/>
        <dsp:cNvSpPr/>
      </dsp:nvSpPr>
      <dsp:spPr>
        <a:xfrm>
          <a:off x="5069240" y="1724683"/>
          <a:ext cx="1206468" cy="229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Support for third party plugins</a:t>
          </a:r>
          <a:endParaRPr lang="en-IN" sz="1600" kern="1200" dirty="0"/>
        </a:p>
      </dsp:txBody>
      <dsp:txXfrm>
        <a:off x="5128135" y="1783578"/>
        <a:ext cx="1088678" cy="2181788"/>
      </dsp:txXfrm>
    </dsp:sp>
    <dsp:sp modelId="{B58CCD7C-4B52-436D-A1CB-07B03FE510E8}">
      <dsp:nvSpPr>
        <dsp:cNvPr id="0" name=""/>
        <dsp:cNvSpPr/>
      </dsp:nvSpPr>
      <dsp:spPr>
        <a:xfrm>
          <a:off x="6336033" y="1724683"/>
          <a:ext cx="1206468" cy="22995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SIDE Tool</a:t>
          </a:r>
          <a:endParaRPr lang="en-IN" sz="1600" kern="1200" dirty="0"/>
        </a:p>
      </dsp:txBody>
      <dsp:txXfrm>
        <a:off x="6394928" y="1783578"/>
        <a:ext cx="1088678" cy="2181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A9D81-A22B-4CD3-926D-56E1B3127E64}">
      <dsp:nvSpPr>
        <dsp:cNvPr id="0" name=""/>
        <dsp:cNvSpPr/>
      </dsp:nvSpPr>
      <dsp:spPr>
        <a:xfrm rot="10800000">
          <a:off x="1264839" y="1786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Design patterns</a:t>
          </a:r>
          <a:endParaRPr lang="en-IN" sz="1500" kern="1200" dirty="0"/>
        </a:p>
      </dsp:txBody>
      <dsp:txXfrm rot="10800000">
        <a:off x="1405132" y="1786"/>
        <a:ext cx="4324321" cy="561174"/>
      </dsp:txXfrm>
    </dsp:sp>
    <dsp:sp modelId="{4166AAE6-9F1F-48ED-99D6-7E55EF034A7E}">
      <dsp:nvSpPr>
        <dsp:cNvPr id="0" name=""/>
        <dsp:cNvSpPr/>
      </dsp:nvSpPr>
      <dsp:spPr>
        <a:xfrm>
          <a:off x="984252" y="1786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AAD03-D764-402E-9738-C28FF763251B}">
      <dsp:nvSpPr>
        <dsp:cNvPr id="0" name=""/>
        <dsp:cNvSpPr/>
      </dsp:nvSpPr>
      <dsp:spPr>
        <a:xfrm rot="10800000">
          <a:off x="1264839" y="730476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Use appropriate naming conventions</a:t>
          </a:r>
        </a:p>
      </dsp:txBody>
      <dsp:txXfrm rot="10800000">
        <a:off x="1405132" y="730476"/>
        <a:ext cx="4324321" cy="561174"/>
      </dsp:txXfrm>
    </dsp:sp>
    <dsp:sp modelId="{E899B59C-0A15-437B-BE43-F3B89E91E584}">
      <dsp:nvSpPr>
        <dsp:cNvPr id="0" name=""/>
        <dsp:cNvSpPr/>
      </dsp:nvSpPr>
      <dsp:spPr>
        <a:xfrm>
          <a:off x="984252" y="730476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6830C-52DA-4595-8D82-331C81D4B784}">
      <dsp:nvSpPr>
        <dsp:cNvPr id="0" name=""/>
        <dsp:cNvSpPr/>
      </dsp:nvSpPr>
      <dsp:spPr>
        <a:xfrm rot="10800000">
          <a:off x="1264839" y="1459165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Implement logging and reporting</a:t>
          </a:r>
          <a:endParaRPr lang="en-IN" sz="1500" kern="1200" dirty="0"/>
        </a:p>
      </dsp:txBody>
      <dsp:txXfrm rot="10800000">
        <a:off x="1405132" y="1459165"/>
        <a:ext cx="4324321" cy="561174"/>
      </dsp:txXfrm>
    </dsp:sp>
    <dsp:sp modelId="{670FAEDA-6900-45C9-87FC-2EADF06CE238}">
      <dsp:nvSpPr>
        <dsp:cNvPr id="0" name=""/>
        <dsp:cNvSpPr/>
      </dsp:nvSpPr>
      <dsp:spPr>
        <a:xfrm>
          <a:off x="984252" y="1459165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0CB7DC-FBDB-44F0-ABA5-1673FA667051}">
      <dsp:nvSpPr>
        <dsp:cNvPr id="0" name=""/>
        <dsp:cNvSpPr/>
      </dsp:nvSpPr>
      <dsp:spPr>
        <a:xfrm rot="10800000">
          <a:off x="1264839" y="2187855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Externalize </a:t>
          </a:r>
          <a:r>
            <a:rPr lang="en-US" sz="1500" kern="1200" dirty="0" err="1"/>
            <a:t>testdata</a:t>
          </a:r>
          <a:endParaRPr lang="en-IN" sz="1500" kern="1200" dirty="0"/>
        </a:p>
      </dsp:txBody>
      <dsp:txXfrm rot="10800000">
        <a:off x="1405132" y="2187855"/>
        <a:ext cx="4324321" cy="561174"/>
      </dsp:txXfrm>
    </dsp:sp>
    <dsp:sp modelId="{90791F68-FF96-407C-BDE0-60BB2E8F7FC2}">
      <dsp:nvSpPr>
        <dsp:cNvPr id="0" name=""/>
        <dsp:cNvSpPr/>
      </dsp:nvSpPr>
      <dsp:spPr>
        <a:xfrm>
          <a:off x="984252" y="2187855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ED461-8243-4457-BEE7-F3012E7E748C}">
      <dsp:nvSpPr>
        <dsp:cNvPr id="0" name=""/>
        <dsp:cNvSpPr/>
      </dsp:nvSpPr>
      <dsp:spPr>
        <a:xfrm rot="10800000">
          <a:off x="1264839" y="2916544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Avoid sleep() - use implicit and explicit wait instead</a:t>
          </a:r>
        </a:p>
      </dsp:txBody>
      <dsp:txXfrm rot="10800000">
        <a:off x="1405132" y="2916544"/>
        <a:ext cx="4324321" cy="561174"/>
      </dsp:txXfrm>
    </dsp:sp>
    <dsp:sp modelId="{B325D216-CD3B-4CFD-A41A-3C7E8C6FD84B}">
      <dsp:nvSpPr>
        <dsp:cNvPr id="0" name=""/>
        <dsp:cNvSpPr/>
      </dsp:nvSpPr>
      <dsp:spPr>
        <a:xfrm>
          <a:off x="984252" y="2916544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347F1-F922-48F9-B532-29C8621A0E7B}">
      <dsp:nvSpPr>
        <dsp:cNvPr id="0" name=""/>
        <dsp:cNvSpPr/>
      </dsp:nvSpPr>
      <dsp:spPr>
        <a:xfrm rot="10800000">
          <a:off x="1264839" y="3645234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Keep pom.xml clean - removing unused dependencies</a:t>
          </a:r>
        </a:p>
      </dsp:txBody>
      <dsp:txXfrm rot="10800000">
        <a:off x="1405132" y="3645234"/>
        <a:ext cx="4324321" cy="561174"/>
      </dsp:txXfrm>
    </dsp:sp>
    <dsp:sp modelId="{B9302DEB-E523-4DCE-84A2-12DABD634683}">
      <dsp:nvSpPr>
        <dsp:cNvPr id="0" name=""/>
        <dsp:cNvSpPr/>
      </dsp:nvSpPr>
      <dsp:spPr>
        <a:xfrm>
          <a:off x="984252" y="3645234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556EEF-A18D-469F-98AF-33271F1F7A99}">
      <dsp:nvSpPr>
        <dsp:cNvPr id="0" name=""/>
        <dsp:cNvSpPr/>
      </dsp:nvSpPr>
      <dsp:spPr>
        <a:xfrm rot="10800000">
          <a:off x="1264839" y="4373923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Put in good comments </a:t>
          </a:r>
        </a:p>
      </dsp:txBody>
      <dsp:txXfrm rot="10800000">
        <a:off x="1405132" y="4373923"/>
        <a:ext cx="4324321" cy="561174"/>
      </dsp:txXfrm>
    </dsp:sp>
    <dsp:sp modelId="{9C8EB2A4-5E9F-48AB-9DB9-734F462C595F}">
      <dsp:nvSpPr>
        <dsp:cNvPr id="0" name=""/>
        <dsp:cNvSpPr/>
      </dsp:nvSpPr>
      <dsp:spPr>
        <a:xfrm>
          <a:off x="984252" y="4373923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3DD97-3B5E-4017-93A3-862725EF3795}">
      <dsp:nvSpPr>
        <dsp:cNvPr id="0" name=""/>
        <dsp:cNvSpPr/>
      </dsp:nvSpPr>
      <dsp:spPr>
        <a:xfrm rot="10800000">
          <a:off x="1264839" y="5102613"/>
          <a:ext cx="4464614" cy="56117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462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Remove any console print statements</a:t>
          </a:r>
        </a:p>
      </dsp:txBody>
      <dsp:txXfrm rot="10800000">
        <a:off x="1405132" y="5102613"/>
        <a:ext cx="4324321" cy="561174"/>
      </dsp:txXfrm>
    </dsp:sp>
    <dsp:sp modelId="{019751AB-2679-4B61-BA37-2092A358E83C}">
      <dsp:nvSpPr>
        <dsp:cNvPr id="0" name=""/>
        <dsp:cNvSpPr/>
      </dsp:nvSpPr>
      <dsp:spPr>
        <a:xfrm>
          <a:off x="984252" y="5102613"/>
          <a:ext cx="561174" cy="56117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AD9A-C8E8-B72F-0672-1B925C9F0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95CB0-C788-2948-0D77-B019AAEAE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B545A-469E-FCF6-89F2-3D0C666D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55B1B-CBA9-F3A0-BF56-23048E37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80DC8-5A1A-E1D4-DADF-8FC2BBD7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34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047A-798E-31CB-4666-C2B4A0C0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01E2A-02B0-4468-542C-FBB5ADC7F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0FF63-EA66-BE27-A407-0CC5EC58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ADC93-B9C5-831F-68C3-82C16977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B66ED-5CF3-50D4-66B7-9A80D2BE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83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CA38-DEB6-7494-1525-FE1BF1C0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1335E-923A-DAA6-D7EF-8D21C67D3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748F-6E91-F9A8-771B-3BF4399D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51FF9-1971-E354-F62B-6DFD8847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0C93-956C-C70D-491D-B792BE01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21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BCD7-DA9E-15D5-55F9-CAD4AD25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117D5-52B7-1F63-DC23-A75C0693E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5BE15-E901-1CC6-8B3D-D8FA6F644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1B76B-C14A-4009-72EA-5AA752F3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2CE67-56D3-8F2A-1BB8-C4767C20C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A2320-774B-AED9-2294-619ED92D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72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A555-C4F0-A8ED-35B6-5423F4B3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68309-5632-D83A-4487-554E13A05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162D-E6A6-C6E3-180F-C9612A33C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1F773-E21D-7B4B-C1A4-154D46F3B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B6F8FE-AD01-CE3E-8ACE-F4939F033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757F51-2F51-5F5B-CFF7-81CE6C83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6B15E-88CD-B843-F5C1-68F9699A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93B76-0823-F25B-0369-05353BD2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3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1EE6-0F04-1D3C-B299-D5A31A7A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6E6995-F592-1872-42CA-1E88B1DE6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F5B40-4CC2-2CE9-7C3F-84DB1181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736C2-42F5-5AB5-5DF5-050F85C8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695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0DB84-35CF-79DA-0562-D5EC82CE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9DEFA-9AE6-E05B-445D-727003F70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5D120-5A74-BDDF-1B6C-6F1B2A62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682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34CD-C582-B33A-5A08-5F69B605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FD333-CF83-0D78-2FAD-F5C04505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6EBC9-F28C-35DC-DD12-4C51C87F0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F79B4-DCCA-2EF4-99A3-761A7F2FE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F804D-2D97-772F-A2B3-6C74BC751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03902-6460-8030-C019-04672E7F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93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0DC5-B93F-8FE8-8956-94288741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0894A-FED3-DDC5-2129-CA3CB51C4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04D47-E7AF-AB2C-F344-AD3B9E819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A8CA9-C96D-FD40-E34A-AAD6E32B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66C5A-9662-800C-7C10-CD06360E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51B34-CF2C-BD5F-CD5D-AAB40F30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40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8BDD-8A17-E387-E40F-9B735FF6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FCD9E-CD04-65AA-DA9A-9FCD9BFF5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70A19-84CD-11E8-EBB1-764F7106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EC374-C922-6A8C-74B4-6F11E82D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B9F-7FCB-35A1-B81B-4B36980A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10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7D0B59-4DF5-1501-179D-DFDD11390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6982F-C8C9-B7F6-7A9D-FB6630FC0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1E2C5-6A9F-C6A1-A6A9-6FC3DA2DA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9AACB-E5AB-1F1E-984F-0DA620B3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B8CC1-7840-C158-7DBD-C3A9FB73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32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1DB87-540F-9252-18D3-C63125726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BAD40-D3FF-75FF-1541-A0368517E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626E6-51E8-4343-486E-4BF01BF16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7606A-2F8F-4E9A-A640-627756A9A1F7}" type="datetimeFigureOut">
              <a:rPr lang="en-IN" smtClean="0"/>
              <a:t>28-10-2023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57DF-E66D-7781-E628-22539513A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D682-6608-93FE-0D38-575904908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1B3B7-D9DA-41EB-9E49-7D1FAA4A9F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33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5ADBC-A257-B7C0-4328-820E6609F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Building Automation Frameworks from scratch </a:t>
            </a: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31060-D3C3-F6A3-996E-09BD9010D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Anjali Kulkarni</a:t>
            </a:r>
          </a:p>
          <a:p>
            <a:endParaRPr lang="en-I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22261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Agenda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7"/>
            <a:ext cx="6849251" cy="5748946"/>
          </a:xfrm>
        </p:spPr>
        <p:txBody>
          <a:bodyPr>
            <a:normAutofit/>
          </a:bodyPr>
          <a:lstStyle/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Brief History</a:t>
            </a:r>
          </a:p>
          <a:p>
            <a:r>
              <a:rPr lang="en-US" sz="2400" dirty="0">
                <a:latin typeface="+mj-lt"/>
              </a:rPr>
              <a:t>Framework Overview</a:t>
            </a:r>
          </a:p>
          <a:p>
            <a:r>
              <a:rPr lang="en-US" sz="2400" dirty="0">
                <a:latin typeface="+mj-lt"/>
              </a:rPr>
              <a:t>Framework Structure</a:t>
            </a:r>
          </a:p>
          <a:p>
            <a:r>
              <a:rPr lang="en-US" sz="2400" dirty="0">
                <a:latin typeface="+mj-lt"/>
              </a:rPr>
              <a:t>Selenium 4.0 </a:t>
            </a:r>
          </a:p>
          <a:p>
            <a:pPr lvl="1"/>
            <a:r>
              <a:rPr lang="en-US" dirty="0">
                <a:latin typeface="+mj-lt"/>
              </a:rPr>
              <a:t>Architecture</a:t>
            </a:r>
          </a:p>
          <a:p>
            <a:pPr lvl="1"/>
            <a:r>
              <a:rPr lang="en-US" dirty="0">
                <a:latin typeface="+mj-lt"/>
              </a:rPr>
              <a:t>Features</a:t>
            </a:r>
          </a:p>
          <a:p>
            <a:pPr lvl="1"/>
            <a:r>
              <a:rPr lang="en-US" dirty="0">
                <a:latin typeface="+mj-lt"/>
              </a:rPr>
              <a:t>Selenium Grid</a:t>
            </a:r>
          </a:p>
          <a:p>
            <a:pPr lvl="1"/>
            <a:r>
              <a:rPr lang="en-US" dirty="0">
                <a:latin typeface="+mj-lt"/>
              </a:rPr>
              <a:t>Selenium IDE</a:t>
            </a:r>
          </a:p>
          <a:p>
            <a:r>
              <a:rPr lang="en-US" sz="2400" dirty="0">
                <a:latin typeface="+mj-lt"/>
              </a:rPr>
              <a:t>Coding Best Practices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 </a:t>
            </a:r>
          </a:p>
          <a:p>
            <a:endParaRPr lang="en-US" sz="2400" dirty="0">
              <a:latin typeface="+mj-lt"/>
            </a:endParaRPr>
          </a:p>
          <a:p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179805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Some History..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6" name="Explosion: 8 Points 5">
            <a:extLst>
              <a:ext uri="{FF2B5EF4-FFF2-40B4-BE49-F238E27FC236}">
                <a16:creationId xmlns:a16="http://schemas.microsoft.com/office/drawing/2014/main" id="{FEE962D7-A78A-5791-F7CA-324376FD0103}"/>
              </a:ext>
            </a:extLst>
          </p:cNvPr>
          <p:cNvSpPr/>
          <p:nvPr/>
        </p:nvSpPr>
        <p:spPr>
          <a:xfrm>
            <a:off x="4772869" y="378988"/>
            <a:ext cx="2205873" cy="2269503"/>
          </a:xfrm>
          <a:prstGeom prst="irregularSeal1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SilkTest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2CF9C259-1FF5-AFC1-F291-34CF1EA0851F}"/>
              </a:ext>
            </a:extLst>
          </p:cNvPr>
          <p:cNvSpPr/>
          <p:nvPr/>
        </p:nvSpPr>
        <p:spPr>
          <a:xfrm>
            <a:off x="8480910" y="636266"/>
            <a:ext cx="2205873" cy="2269503"/>
          </a:xfrm>
          <a:prstGeom prst="irregularSeal1">
            <a:avLst/>
          </a:prstGeom>
          <a:solidFill>
            <a:srgbClr val="F9D9F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Rational Robot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Explosion: 8 Points 9">
            <a:extLst>
              <a:ext uri="{FF2B5EF4-FFF2-40B4-BE49-F238E27FC236}">
                <a16:creationId xmlns:a16="http://schemas.microsoft.com/office/drawing/2014/main" id="{C126ED87-ABE4-4BC5-B7C8-E883BC3B753F}"/>
              </a:ext>
            </a:extLst>
          </p:cNvPr>
          <p:cNvSpPr/>
          <p:nvPr/>
        </p:nvSpPr>
        <p:spPr>
          <a:xfrm>
            <a:off x="5188393" y="3628047"/>
            <a:ext cx="2205873" cy="2269503"/>
          </a:xfrm>
          <a:prstGeom prst="irregularSeal1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QTP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D7DC7-E4CE-6F1C-2A17-BDF9E070E307}"/>
              </a:ext>
            </a:extLst>
          </p:cNvPr>
          <p:cNvSpPr txBox="1"/>
          <p:nvPr/>
        </p:nvSpPr>
        <p:spPr>
          <a:xfrm>
            <a:off x="4134810" y="2592055"/>
            <a:ext cx="26590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Could not keep up when desktop UIs were replaced by Web UIs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8A78B-F5E3-A800-9736-F3C285E14ABF}"/>
              </a:ext>
            </a:extLst>
          </p:cNvPr>
          <p:cNvSpPr txBox="1"/>
          <p:nvPr/>
        </p:nvSpPr>
        <p:spPr>
          <a:xfrm>
            <a:off x="6330772" y="6163876"/>
            <a:ext cx="265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They are all very costly….</a:t>
            </a:r>
            <a:endParaRPr lang="en-IN" dirty="0"/>
          </a:p>
        </p:txBody>
      </p:sp>
      <p:sp>
        <p:nvSpPr>
          <p:cNvPr id="14" name="Explosion: 8 Points 13">
            <a:extLst>
              <a:ext uri="{FF2B5EF4-FFF2-40B4-BE49-F238E27FC236}">
                <a16:creationId xmlns:a16="http://schemas.microsoft.com/office/drawing/2014/main" id="{D9BF1988-86B9-2702-ADD6-0B4DDC29482D}"/>
              </a:ext>
            </a:extLst>
          </p:cNvPr>
          <p:cNvSpPr/>
          <p:nvPr/>
        </p:nvSpPr>
        <p:spPr>
          <a:xfrm>
            <a:off x="8323468" y="3974352"/>
            <a:ext cx="2205873" cy="2269503"/>
          </a:xfrm>
          <a:prstGeom prst="irregularSeal1">
            <a:avLst/>
          </a:prstGeom>
          <a:solidFill>
            <a:srgbClr val="E3E3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RPA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Explosion: 8 Points 17">
            <a:extLst>
              <a:ext uri="{FF2B5EF4-FFF2-40B4-BE49-F238E27FC236}">
                <a16:creationId xmlns:a16="http://schemas.microsoft.com/office/drawing/2014/main" id="{BC533D5A-F747-081A-9357-89C88A8F4135}"/>
              </a:ext>
            </a:extLst>
          </p:cNvPr>
          <p:cNvSpPr/>
          <p:nvPr/>
        </p:nvSpPr>
        <p:spPr>
          <a:xfrm>
            <a:off x="6775166" y="2007866"/>
            <a:ext cx="2402732" cy="2616740"/>
          </a:xfrm>
          <a:prstGeom prst="irregularSeal1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Selenium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19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/>
      <p:bldP spid="12" grpId="0"/>
      <p:bldP spid="14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Framework Overview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4A5282-FC7D-F66B-0298-6339AF058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967729"/>
              </p:ext>
            </p:extLst>
          </p:nvPr>
        </p:nvGraphicFramePr>
        <p:xfrm>
          <a:off x="4260915" y="669303"/>
          <a:ext cx="7777114" cy="5526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878495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Framework Overview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F4EF26B-3D67-A930-49C2-85EF10C47C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2425427"/>
              </p:ext>
            </p:extLst>
          </p:nvPr>
        </p:nvGraphicFramePr>
        <p:xfrm>
          <a:off x="4260915" y="669303"/>
          <a:ext cx="7830566" cy="5526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96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Framework Structure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D9750EB-00FA-D40C-8895-E957C419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548" y="428017"/>
            <a:ext cx="6849251" cy="5748946"/>
          </a:xfrm>
        </p:spPr>
        <p:txBody>
          <a:bodyPr/>
          <a:lstStyle/>
          <a:p>
            <a:r>
              <a:rPr lang="en-US" sz="2400" dirty="0" err="1">
                <a:latin typeface="+mj-lt"/>
              </a:rPr>
              <a:t>PageObjects</a:t>
            </a:r>
            <a:r>
              <a:rPr lang="en-US" sz="2400" dirty="0">
                <a:latin typeface="+mj-lt"/>
              </a:rPr>
              <a:t> Package</a:t>
            </a:r>
          </a:p>
          <a:p>
            <a:r>
              <a:rPr lang="en-US" sz="2400" dirty="0">
                <a:latin typeface="+mj-lt"/>
              </a:rPr>
              <a:t>Testcases Package</a:t>
            </a:r>
          </a:p>
          <a:p>
            <a:r>
              <a:rPr lang="en-US" sz="2400" i="1" u="sng" dirty="0">
                <a:latin typeface="+mj-lt"/>
              </a:rPr>
              <a:t>Utilities Package</a:t>
            </a:r>
          </a:p>
          <a:p>
            <a:r>
              <a:rPr lang="en-US" sz="2400" i="1" u="sng" dirty="0" err="1">
                <a:latin typeface="+mj-lt"/>
              </a:rPr>
              <a:t>BaseClasses</a:t>
            </a:r>
            <a:r>
              <a:rPr lang="en-US" sz="2400" i="1" u="sng" dirty="0">
                <a:latin typeface="+mj-lt"/>
              </a:rPr>
              <a:t> Package</a:t>
            </a:r>
          </a:p>
          <a:p>
            <a:pPr lvl="1"/>
            <a:r>
              <a:rPr lang="en-US" i="1" dirty="0">
                <a:latin typeface="+mj-lt"/>
              </a:rPr>
              <a:t>TestBase.java</a:t>
            </a:r>
          </a:p>
          <a:p>
            <a:pPr lvl="1"/>
            <a:r>
              <a:rPr lang="en-US" i="1" dirty="0">
                <a:latin typeface="+mj-lt"/>
              </a:rPr>
              <a:t>Listeners.java</a:t>
            </a:r>
          </a:p>
          <a:p>
            <a:pPr lvl="1"/>
            <a:r>
              <a:rPr lang="en-US" i="1" dirty="0">
                <a:latin typeface="+mj-lt"/>
              </a:rPr>
              <a:t>Extent-config.xml</a:t>
            </a:r>
          </a:p>
          <a:p>
            <a:r>
              <a:rPr lang="en-US" sz="2400" dirty="0" err="1">
                <a:latin typeface="+mj-lt"/>
              </a:rPr>
              <a:t>TestData</a:t>
            </a:r>
            <a:r>
              <a:rPr lang="en-US" sz="2400" dirty="0">
                <a:latin typeface="+mj-lt"/>
              </a:rPr>
              <a:t> folder</a:t>
            </a:r>
          </a:p>
          <a:p>
            <a:r>
              <a:rPr lang="en-US" sz="2400" i="1" u="sng" dirty="0">
                <a:latin typeface="+mj-lt"/>
              </a:rPr>
              <a:t>Resources/</a:t>
            </a:r>
            <a:r>
              <a:rPr lang="en-US" sz="2400" i="1" u="sng" dirty="0" err="1">
                <a:latin typeface="+mj-lt"/>
              </a:rPr>
              <a:t>Config.properties</a:t>
            </a:r>
            <a:endParaRPr lang="en-US" sz="2400" i="1" u="sng" dirty="0">
              <a:latin typeface="+mj-lt"/>
            </a:endParaRPr>
          </a:p>
          <a:p>
            <a:r>
              <a:rPr lang="en-US" sz="2400" i="1" u="sng" dirty="0">
                <a:latin typeface="+mj-lt"/>
              </a:rPr>
              <a:t>pom.xml</a:t>
            </a:r>
          </a:p>
          <a:p>
            <a:r>
              <a:rPr lang="en-US" sz="2400" dirty="0">
                <a:latin typeface="+mj-lt"/>
              </a:rPr>
              <a:t>testng.xml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82355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Selenium 4.0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Architecture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9968B2-9831-2119-66C8-8EECD0A6262D}"/>
              </a:ext>
            </a:extLst>
          </p:cNvPr>
          <p:cNvSpPr/>
          <p:nvPr/>
        </p:nvSpPr>
        <p:spPr>
          <a:xfrm>
            <a:off x="4226560" y="345440"/>
            <a:ext cx="7853680" cy="334304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55DBBE-761B-5694-26F4-92FA1DCBA3EA}"/>
              </a:ext>
            </a:extLst>
          </p:cNvPr>
          <p:cNvSpPr/>
          <p:nvPr/>
        </p:nvSpPr>
        <p:spPr>
          <a:xfrm>
            <a:off x="4367695" y="1689849"/>
            <a:ext cx="2045616" cy="11029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Selenium Client Libraries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356AF8-6413-38CF-AD9E-A80ECB854BDC}"/>
              </a:ext>
            </a:extLst>
          </p:cNvPr>
          <p:cNvSpPr/>
          <p:nvPr/>
        </p:nvSpPr>
        <p:spPr>
          <a:xfrm>
            <a:off x="7387541" y="1689849"/>
            <a:ext cx="2045616" cy="11029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 Drivers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8E995B-D025-7B4D-26A1-87255ED300B4}"/>
              </a:ext>
            </a:extLst>
          </p:cNvPr>
          <p:cNvCxnSpPr>
            <a:cxnSpLocks/>
          </p:cNvCxnSpPr>
          <p:nvPr/>
        </p:nvCxnSpPr>
        <p:spPr>
          <a:xfrm>
            <a:off x="6463457" y="2075612"/>
            <a:ext cx="8861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FBA052-065F-414F-AA95-E193107BC0BE}"/>
              </a:ext>
            </a:extLst>
          </p:cNvPr>
          <p:cNvCxnSpPr>
            <a:cxnSpLocks/>
          </p:cNvCxnSpPr>
          <p:nvPr/>
        </p:nvCxnSpPr>
        <p:spPr>
          <a:xfrm flipH="1">
            <a:off x="6454030" y="2427312"/>
            <a:ext cx="886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215C1F8-805F-9582-5C0C-3B237E6C6E72}"/>
              </a:ext>
            </a:extLst>
          </p:cNvPr>
          <p:cNvSpPr txBox="1"/>
          <p:nvPr/>
        </p:nvSpPr>
        <p:spPr>
          <a:xfrm>
            <a:off x="6263541" y="1222768"/>
            <a:ext cx="337479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Selenium 3.0: JSON Wire Protocol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B2FC8C-6394-33ED-EDDE-CBD91782457D}"/>
              </a:ext>
            </a:extLst>
          </p:cNvPr>
          <p:cNvSpPr/>
          <p:nvPr/>
        </p:nvSpPr>
        <p:spPr>
          <a:xfrm>
            <a:off x="10463306" y="1689849"/>
            <a:ext cx="1470581" cy="11029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Browsers</a:t>
            </a:r>
            <a:endParaRPr lang="en-IN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76BEB0-0B89-51C7-1C93-4212178609CA}"/>
              </a:ext>
            </a:extLst>
          </p:cNvPr>
          <p:cNvCxnSpPr>
            <a:cxnSpLocks/>
          </p:cNvCxnSpPr>
          <p:nvPr/>
        </p:nvCxnSpPr>
        <p:spPr>
          <a:xfrm>
            <a:off x="9509885" y="2089321"/>
            <a:ext cx="8861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D4C4B3-5C2A-3053-6193-A827E46207B6}"/>
              </a:ext>
            </a:extLst>
          </p:cNvPr>
          <p:cNvCxnSpPr>
            <a:cxnSpLocks/>
          </p:cNvCxnSpPr>
          <p:nvPr/>
        </p:nvCxnSpPr>
        <p:spPr>
          <a:xfrm flipH="1">
            <a:off x="9500458" y="2441021"/>
            <a:ext cx="886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D5B3460-ADA3-7A40-8AA1-20EE3342F412}"/>
              </a:ext>
            </a:extLst>
          </p:cNvPr>
          <p:cNvSpPr txBox="1"/>
          <p:nvPr/>
        </p:nvSpPr>
        <p:spPr>
          <a:xfrm>
            <a:off x="6497824" y="2934256"/>
            <a:ext cx="281683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Selenium 4.0: W3C Protocol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D9AF12-7623-CD04-B3F8-CFC6285A49D7}"/>
              </a:ext>
            </a:extLst>
          </p:cNvPr>
          <p:cNvSpPr txBox="1"/>
          <p:nvPr/>
        </p:nvSpPr>
        <p:spPr>
          <a:xfrm>
            <a:off x="5948934" y="579087"/>
            <a:ext cx="4004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Architecture</a:t>
            </a:r>
            <a:endParaRPr lang="en-IN" sz="2400" b="1" dirty="0">
              <a:latin typeface="+mj-lt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27205A-B332-4736-EEC7-3CCF2E34E567}"/>
              </a:ext>
            </a:extLst>
          </p:cNvPr>
          <p:cNvSpPr/>
          <p:nvPr/>
        </p:nvSpPr>
        <p:spPr>
          <a:xfrm>
            <a:off x="5390503" y="3870499"/>
            <a:ext cx="5312186" cy="27490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0CF69F2-E2C4-7C8A-8557-5ECBE385D8DE}"/>
              </a:ext>
            </a:extLst>
          </p:cNvPr>
          <p:cNvSpPr/>
          <p:nvPr/>
        </p:nvSpPr>
        <p:spPr>
          <a:xfrm>
            <a:off x="7221047" y="4411561"/>
            <a:ext cx="1568275" cy="635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064">
              <a:spcAft>
                <a:spcPts val="600"/>
              </a:spcAft>
            </a:pPr>
            <a:r>
              <a:rPr lang="en-US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Selenium</a:t>
            </a:r>
            <a:endParaRPr lang="en-IN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B233948-CA9B-41E9-CA26-1219BE7FA3F2}"/>
              </a:ext>
            </a:extLst>
          </p:cNvPr>
          <p:cNvSpPr/>
          <p:nvPr/>
        </p:nvSpPr>
        <p:spPr>
          <a:xfrm>
            <a:off x="5599083" y="5528332"/>
            <a:ext cx="1451206" cy="68304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064">
              <a:spcAft>
                <a:spcPts val="600"/>
              </a:spcAft>
            </a:pPr>
            <a:r>
              <a:rPr lang="en-US" sz="160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Selenium WebDriver</a:t>
            </a:r>
            <a:endParaRPr lang="en-IN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A31F5C-FD96-E518-7365-C6BA975AF957}"/>
              </a:ext>
            </a:extLst>
          </p:cNvPr>
          <p:cNvSpPr txBox="1"/>
          <p:nvPr/>
        </p:nvSpPr>
        <p:spPr>
          <a:xfrm>
            <a:off x="6044590" y="3860361"/>
            <a:ext cx="4004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Components</a:t>
            </a:r>
            <a:endParaRPr lang="en-IN" sz="2400" b="1" dirty="0">
              <a:latin typeface="+mj-lt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93C9F30-B46B-C92F-AD3B-BB7161AE0CBC}"/>
              </a:ext>
            </a:extLst>
          </p:cNvPr>
          <p:cNvSpPr/>
          <p:nvPr/>
        </p:nvSpPr>
        <p:spPr>
          <a:xfrm>
            <a:off x="9068946" y="5528331"/>
            <a:ext cx="1447755" cy="683041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064">
              <a:spcAft>
                <a:spcPts val="600"/>
              </a:spcAft>
            </a:pPr>
            <a:r>
              <a:rPr lang="en-US" sz="160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Selenium IDE</a:t>
            </a:r>
            <a:endParaRPr lang="en-IN" sz="16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EDDC076-EF65-5504-4AC8-A07FF7A02325}"/>
              </a:ext>
            </a:extLst>
          </p:cNvPr>
          <p:cNvSpPr/>
          <p:nvPr/>
        </p:nvSpPr>
        <p:spPr>
          <a:xfrm>
            <a:off x="7297530" y="5550675"/>
            <a:ext cx="1447755" cy="68304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2064">
              <a:spcAft>
                <a:spcPts val="600"/>
              </a:spcAft>
            </a:pPr>
            <a:r>
              <a:rPr lang="en-US" sz="1600" kern="120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Selenium Grid</a:t>
            </a:r>
            <a:endParaRPr lang="en-IN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19836F3-A7E9-1BD8-A1D8-B545B55316F1}"/>
              </a:ext>
            </a:extLst>
          </p:cNvPr>
          <p:cNvCxnSpPr/>
          <p:nvPr/>
        </p:nvCxnSpPr>
        <p:spPr>
          <a:xfrm flipH="1">
            <a:off x="7050289" y="5173574"/>
            <a:ext cx="518341" cy="23088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6566583-E89F-0C29-0B8C-7AD8CE13BE04}"/>
              </a:ext>
            </a:extLst>
          </p:cNvPr>
          <p:cNvCxnSpPr>
            <a:cxnSpLocks/>
          </p:cNvCxnSpPr>
          <p:nvPr/>
        </p:nvCxnSpPr>
        <p:spPr>
          <a:xfrm>
            <a:off x="8025865" y="5173574"/>
            <a:ext cx="0" cy="31614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6149569-2113-6E18-41B2-48E6FC7DB178}"/>
              </a:ext>
            </a:extLst>
          </p:cNvPr>
          <p:cNvCxnSpPr>
            <a:cxnSpLocks/>
          </p:cNvCxnSpPr>
          <p:nvPr/>
        </p:nvCxnSpPr>
        <p:spPr>
          <a:xfrm>
            <a:off x="8539749" y="5152874"/>
            <a:ext cx="518514" cy="26782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4732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Selenium 4.0  Features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0B8047B-C565-58FF-3F6A-5839664992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783873"/>
              </p:ext>
            </p:extLst>
          </p:nvPr>
        </p:nvGraphicFramePr>
        <p:xfrm>
          <a:off x="4504548" y="544387"/>
          <a:ext cx="7148972" cy="5748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081314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Selenium 4.0  Grid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4C79E-E7F1-DF7F-9518-A510F8913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825" y="755915"/>
            <a:ext cx="8171753" cy="516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6379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Selenium 4.0  IDE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60F7B3-3B85-6D99-FE61-75CD4CE50A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027637"/>
              </p:ext>
            </p:extLst>
          </p:nvPr>
        </p:nvGraphicFramePr>
        <p:xfrm>
          <a:off x="4342626" y="428017"/>
          <a:ext cx="7544574" cy="5748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13509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3ACD8-8281-E293-F877-84D3FDBA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Selenium Automation Best Practices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5CB3A89-79D2-8FA7-0FA6-18DA26F30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3962837"/>
              </p:ext>
            </p:extLst>
          </p:nvPr>
        </p:nvGraphicFramePr>
        <p:xfrm>
          <a:off x="4640094" y="511388"/>
          <a:ext cx="6713706" cy="5665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411462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B5ADBC-A257-B7C0-4328-820E6609F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Thank You!!</a:t>
            </a:r>
            <a:endParaRPr lang="en-IN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17219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3408</TotalTime>
  <Words>341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Building Automation Frameworks from scratch </vt:lpstr>
      <vt:lpstr>Agenda </vt:lpstr>
      <vt:lpstr>Some History.. </vt:lpstr>
      <vt:lpstr>Framework Overview </vt:lpstr>
      <vt:lpstr>Framework Overview </vt:lpstr>
      <vt:lpstr>Framework Structure </vt:lpstr>
      <vt:lpstr>  Selenium 4.0 Architecture </vt:lpstr>
      <vt:lpstr>Selenium 4.0  Features </vt:lpstr>
      <vt:lpstr>Selenium 4.0  Grid </vt:lpstr>
      <vt:lpstr>Selenium 4.0  IDE </vt:lpstr>
      <vt:lpstr>Selenium Automation Best Practices </vt:lpstr>
      <vt:lpstr> 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Automation Frameworks from scratch </dc:title>
  <dc:creator>Anjali Kulkarni</dc:creator>
  <cp:lastModifiedBy>Anjali Kulkarni</cp:lastModifiedBy>
  <cp:revision>10</cp:revision>
  <dcterms:created xsi:type="dcterms:W3CDTF">2023-10-25T09:38:03Z</dcterms:created>
  <dcterms:modified xsi:type="dcterms:W3CDTF">2023-10-28T03:53:11Z</dcterms:modified>
</cp:coreProperties>
</file>